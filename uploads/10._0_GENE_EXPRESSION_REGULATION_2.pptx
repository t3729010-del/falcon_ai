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4100" b="1" u="none" strike="noStrike">
                <a:solidFill>
                  <a:schemeClr val="dk2"/>
                </a:solidFill>
                <a:effectLst/>
                <a:uFillTx/>
                <a:latin typeface="Lucida Sans Unicode"/>
              </a:rPr>
              <a:t>Click to move the slide</a:t>
            </a:r>
            <a:endParaRPr lang="en-US" sz="4100" b="1" u="none" strike="noStrike">
              <a:solidFill>
                <a:schemeClr val="dk2"/>
              </a:solidFill>
              <a:effectLst/>
              <a:uFillTx/>
              <a:latin typeface="Lucida Sans Unicode"/>
            </a:endParaRPr>
          </a:p>
        </p:txBody>
      </p:sp>
      <p:sp>
        <p:nvSpPr>
          <p:cNvPr id="12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2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30"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31"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2"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781C352-BAD2-4BA0-9834-1DB79062543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143000" y="685800"/>
            <a:ext cx="4571640" cy="3428640"/>
          </a:xfrm>
          <a:prstGeom prst="rect">
            <a:avLst/>
          </a:prstGeom>
          <a:ln w="0">
            <a:noFill/>
          </a:ln>
        </p:spPr>
      </p:sp>
      <p:sp>
        <p:nvSpPr>
          <p:cNvPr id="23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37"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GB" sz="1200" b="0" u="none" strike="noStrike">
                <a:solidFill>
                  <a:schemeClr val="dk1"/>
                </a:solidFill>
                <a:effectLst/>
                <a:uFillTx/>
                <a:latin typeface="+mn-lt"/>
                <a:ea typeface="+mn-ea"/>
              </a:defRPr>
            </a:lvl1pPr>
          </a:lstStyle>
          <a:p>
            <a:pPr indent="0" algn="r" defTabSz="914400">
              <a:lnSpc>
                <a:spcPct val="100000"/>
              </a:lnSpc>
              <a:buNone/>
            </a:pPr>
            <a:fld id="{A6EA2E4B-9387-4738-AD98-6EDE16DF3AA1}" type="slidenum">
              <a:rPr lang="en-GB"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1143000" y="685800"/>
            <a:ext cx="4571640" cy="3428640"/>
          </a:xfrm>
          <a:prstGeom prst="rect">
            <a:avLst/>
          </a:prstGeom>
          <a:ln w="0">
            <a:noFill/>
          </a:ln>
        </p:spPr>
      </p:sp>
      <p:sp>
        <p:nvSpPr>
          <p:cNvPr id="2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40"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100" b="0" u="none" strike="noStrike">
                <a:solidFill>
                  <a:schemeClr val="dk1"/>
                </a:solidFill>
                <a:effectLst/>
                <a:uFillTx/>
                <a:latin typeface="Times New Roman"/>
                <a:ea typeface="MS PGothic"/>
              </a:defRPr>
            </a:lvl1pPr>
          </a:lstStyle>
          <a:p>
            <a:pPr indent="0" algn="r">
              <a:lnSpc>
                <a:spcPct val="100000"/>
              </a:lnSpc>
              <a:buNone/>
            </a:pPr>
            <a:fld id="{5844D807-9DD4-4B2E-87FE-349C9EF9EC2F}" type="slidenum">
              <a:rPr lang="en-US" sz="1100" b="0" u="none" strike="noStrike">
                <a:solidFill>
                  <a:schemeClr val="dk1"/>
                </a:solidFill>
                <a:effectLst/>
                <a:uFillTx/>
                <a:latin typeface="Times New Roman"/>
                <a:ea typeface="MS PGothic"/>
              </a:rPr>
              <a:t>&lt;number&gt;</a:t>
            </a:fld>
            <a:endParaRPr lang="en-US" sz="11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1143000" y="685800"/>
            <a:ext cx="4571640" cy="3428640"/>
          </a:xfrm>
          <a:prstGeom prst="rect">
            <a:avLst/>
          </a:prstGeom>
          <a:ln w="0">
            <a:noFill/>
          </a:ln>
        </p:spPr>
      </p:sp>
      <p:sp>
        <p:nvSpPr>
          <p:cNvPr id="24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43"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100" b="0" u="none" strike="noStrike">
                <a:solidFill>
                  <a:schemeClr val="dk1"/>
                </a:solidFill>
                <a:effectLst/>
                <a:uFillTx/>
                <a:latin typeface="Times New Roman"/>
                <a:ea typeface="MS PGothic"/>
              </a:defRPr>
            </a:lvl1pPr>
          </a:lstStyle>
          <a:p>
            <a:pPr indent="0" algn="r">
              <a:lnSpc>
                <a:spcPct val="100000"/>
              </a:lnSpc>
              <a:buNone/>
            </a:pPr>
            <a:fld id="{90404FAD-29A7-4271-A986-A77CF7B57161}" type="slidenum">
              <a:rPr lang="en-US" sz="1100" b="0" u="none" strike="noStrike">
                <a:solidFill>
                  <a:schemeClr val="dk1"/>
                </a:solidFill>
                <a:effectLst/>
                <a:uFillTx/>
                <a:latin typeface="Times New Roman"/>
                <a:ea typeface="MS PGothic"/>
              </a:rPr>
              <a:t>&lt;number&gt;</a:t>
            </a:fld>
            <a:endParaRPr lang="en-US" sz="11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1143000" y="685800"/>
            <a:ext cx="4571640" cy="3428640"/>
          </a:xfrm>
          <a:prstGeom prst="rect">
            <a:avLst/>
          </a:prstGeom>
          <a:ln w="0">
            <a:noFill/>
          </a:ln>
        </p:spPr>
      </p:sp>
      <p:sp>
        <p:nvSpPr>
          <p:cNvPr id="24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46"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GB" sz="1200" b="0" u="none" strike="noStrike">
                <a:solidFill>
                  <a:schemeClr val="dk1"/>
                </a:solidFill>
                <a:effectLst/>
                <a:uFillTx/>
                <a:latin typeface="+mn-lt"/>
                <a:ea typeface="+mn-ea"/>
              </a:defRPr>
            </a:lvl1pPr>
          </a:lstStyle>
          <a:p>
            <a:pPr indent="0" algn="r" defTabSz="914400">
              <a:lnSpc>
                <a:spcPct val="100000"/>
              </a:lnSpc>
              <a:buNone/>
            </a:pPr>
            <a:fld id="{2A6F4EFC-BB5C-441F-AD6F-4268F354FB81}" type="slidenum">
              <a:rPr lang="en-GB"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sldImg"/>
          </p:nvPr>
        </p:nvSpPr>
        <p:spPr>
          <a:xfrm>
            <a:off x="1143000" y="685800"/>
            <a:ext cx="4571640" cy="3428640"/>
          </a:xfrm>
          <a:prstGeom prst="rect">
            <a:avLst/>
          </a:prstGeom>
          <a:ln w="0">
            <a:noFill/>
          </a:ln>
        </p:spPr>
      </p:sp>
      <p:sp>
        <p:nvSpPr>
          <p:cNvPr id="24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49"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defTabSz="914400">
              <a:lnSpc>
                <a:spcPct val="100000"/>
              </a:lnSpc>
              <a:buNone/>
              <a:defRPr lang="en-GB" sz="1200" b="0" u="none" strike="noStrike">
                <a:solidFill>
                  <a:schemeClr val="dk1"/>
                </a:solidFill>
                <a:effectLst/>
                <a:uFillTx/>
                <a:latin typeface="+mn-lt"/>
                <a:ea typeface="+mn-ea"/>
              </a:defRPr>
            </a:lvl1pPr>
          </a:lstStyle>
          <a:p>
            <a:pPr indent="0" algn="r" defTabSz="914400">
              <a:lnSpc>
                <a:spcPct val="100000"/>
              </a:lnSpc>
              <a:buNone/>
            </a:pPr>
            <a:fld id="{D37B8BB5-443D-4E4E-9486-6D0008E36D56}" type="slidenum">
              <a:rPr lang="en-GB"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Relationship Id="rId3"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0" tIns="0" rIns="0" bIns="0" anchor="ctr">
            <a:spAutoFit/>
          </a:bodyPr>
          <a:p>
            <a:pPr indent="0" algn="l">
              <a:buNone/>
            </a:pPr>
            <a:endParaRPr lang="en-US" sz="4100" b="1" u="none" strike="noStrike">
              <a:solidFill>
                <a:schemeClr val="dk2"/>
              </a:solidFill>
              <a:effectLst/>
              <a:uFillTx/>
              <a:latin typeface="Lucida Sans Unicode"/>
            </a:endParaRPr>
          </a:p>
        </p:txBody>
      </p:sp>
      <p:sp>
        <p:nvSpPr>
          <p:cNvPr id="17" name="PlaceHolder 2"/>
          <p:cNvSpPr>
            <a:spLocks noGrp="1"/>
          </p:cNvSpPr>
          <p:nvPr>
            <p:ph type="subTitle"/>
          </p:nvPr>
        </p:nvSpPr>
        <p:spPr>
          <a:xfrm>
            <a:off x="457200" y="1481400"/>
            <a:ext cx="8229240" cy="452556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4E21B3D-0947-4CFD-B20C-133B083C822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18"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19"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20"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21" name="Straight Connector 14"/>
          <p:cNvCxnSpPr/>
          <p:nvPr/>
        </p:nvCxnSpPr>
        <p:spPr>
          <a:xfrm>
            <a:off x="-9000" y="5787720"/>
            <a:ext cx="3405600" cy="1084680"/>
          </a:xfrm>
          <a:prstGeom prst="straightConnector1">
            <a:avLst/>
          </a:prstGeom>
          <a:ln w="12065">
            <a:solidFill>
              <a:srgbClr val="196F85"/>
            </a:solidFill>
            <a:miter/>
          </a:ln>
        </p:spPr>
      </p:cxnSp>
      <p:sp>
        <p:nvSpPr>
          <p:cNvPr id="22" name="PlaceHolder 1"/>
          <p:cNvSpPr>
            <a:spLocks noGrp="1"/>
          </p:cNvSpPr>
          <p:nvPr>
            <p:ph type="title"/>
          </p:nvPr>
        </p:nvSpPr>
        <p:spPr>
          <a:xfrm>
            <a:off x="457200" y="274680"/>
            <a:ext cx="8229240" cy="1142640"/>
          </a:xfrm>
          <a:prstGeom prst="rect">
            <a:avLst/>
          </a:prstGeom>
          <a:noFill/>
          <a:ln w="0">
            <a:noFill/>
          </a:ln>
        </p:spPr>
        <p:txBody>
          <a:bodyPr lIns="90000" tIns="45000" rIns="90000" bIns="45000" anchor="ctr">
            <a:noAutofit/>
          </a:bodyPr>
          <a:lstStyle>
            <a:lvl1pPr indent="0" algn="l">
              <a:lnSpc>
                <a:spcPct val="100000"/>
              </a:lnSpc>
              <a:buNone/>
              <a:defRPr lang="en-US" sz="4100" b="1" u="none" strike="noStrike">
                <a:solidFill>
                  <a:schemeClr val="dk2"/>
                </a:solidFill>
                <a:effectLst/>
                <a:uFillTx/>
                <a:latin typeface="Lucida Sans Unicode"/>
              </a:defRPr>
            </a:lvl1pPr>
          </a:lstStyle>
          <a:p>
            <a:pPr indent="0" algn="l">
              <a:lnSpc>
                <a:spcPct val="100000"/>
              </a:lnSpc>
              <a:buNone/>
            </a:pPr>
            <a:r>
              <a:rPr lang="en-US" sz="4100" b="1" u="none" strike="noStrike">
                <a:solidFill>
                  <a:schemeClr val="dk2"/>
                </a:solidFill>
                <a:effectLst/>
                <a:uFillTx/>
                <a:latin typeface="Lucida Sans Unicode"/>
              </a:rPr>
              <a:t>Click to edit Master title style</a:t>
            </a:r>
            <a:endParaRPr lang="en-US" sz="4100" b="1" u="none" strike="noStrike">
              <a:solidFill>
                <a:schemeClr val="dk2"/>
              </a:solidFill>
              <a:effectLst/>
              <a:uFillTx/>
              <a:latin typeface="Lucida Sans Unicode"/>
            </a:endParaRPr>
          </a:p>
        </p:txBody>
      </p:sp>
      <p:sp>
        <p:nvSpPr>
          <p:cNvPr id="23" name="PlaceHolder 2"/>
          <p:cNvSpPr>
            <a:spLocks noGrp="1"/>
          </p:cNvSpPr>
          <p:nvPr>
            <p:ph type="body"/>
          </p:nvPr>
        </p:nvSpPr>
        <p:spPr>
          <a:xfrm>
            <a:off x="457200" y="1481400"/>
            <a:ext cx="8229240" cy="4385880"/>
          </a:xfrm>
          <a:prstGeom prst="rect">
            <a:avLst/>
          </a:prstGeom>
          <a:noFill/>
          <a:ln w="0">
            <a:noFill/>
          </a:ln>
        </p:spPr>
        <p:txBody>
          <a:bodyPr lIns="45000" tIns="90000" rIns="45000" bIns="90000" anchor="t" vert="eaVert">
            <a:noAutofit/>
          </a:bodyPr>
          <a:lstStyle>
            <a:lvl1pPr algn="l">
              <a:lnSpc>
                <a:spcPct val="100000"/>
              </a:lnSpc>
              <a:spcBef>
                <a:spcPts val="400"/>
              </a:spcBef>
              <a:buClr>
                <a:srgbClr val="2DA2BF"/>
              </a:buClr>
              <a:buSzPct val="68000"/>
              <a:buFont typeface="Wingdings 3" charset="2"/>
              <a:buChar char=""/>
              <a:defRPr lang="en-US" sz="27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defRPr lang="en-US" sz="23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defRPr lang="en-US" sz="21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defRPr lang="en-US" sz="19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defRPr lang="en-US" sz="1800" b="0" u="none" strike="noStrike">
                <a:solidFill>
                  <a:schemeClr val="dk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pPr>
            <a:r>
              <a:rPr lang="en-US" sz="2700" b="0" u="none" strike="noStrike">
                <a:solidFill>
                  <a:schemeClr val="dk1"/>
                </a:solidFill>
                <a:effectLst/>
                <a:uFillTx/>
                <a:latin typeface="Lucida Sans Unicode"/>
              </a:rPr>
              <a:t>Click to edit Master text styles</a:t>
            </a:r>
            <a:endParaRPr lang="en-US" sz="27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300" b="0" u="none" strike="noStrike">
                <a:solidFill>
                  <a:schemeClr val="dk1"/>
                </a:solidFill>
                <a:effectLst/>
                <a:uFillTx/>
                <a:latin typeface="Lucida Sans Unicode"/>
              </a:rPr>
              <a:t>Second level</a:t>
            </a:r>
            <a:endParaRPr lang="en-US" sz="23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pPr>
            <a:r>
              <a:rPr lang="en-US" sz="2100" b="0" u="none" strike="noStrike">
                <a:solidFill>
                  <a:schemeClr val="dk1"/>
                </a:solidFill>
                <a:effectLst/>
                <a:uFillTx/>
                <a:latin typeface="Lucida Sans Unicode"/>
              </a:rPr>
              <a:t>Third level</a:t>
            </a:r>
            <a:endParaRPr lang="en-US" sz="21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pPr>
            <a:r>
              <a:rPr lang="en-US" sz="1900" b="0" u="none" strike="noStrike">
                <a:solidFill>
                  <a:schemeClr val="dk1"/>
                </a:solidFill>
                <a:effectLst/>
                <a:uFillTx/>
                <a:latin typeface="Lucida Sans Unicode"/>
              </a:rPr>
              <a:t>Fourth level</a:t>
            </a:r>
            <a:endParaRPr lang="en-US" sz="19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pPr>
            <a:r>
              <a:rPr lang="en-US" sz="1800" b="0" u="none" strike="noStrike">
                <a:solidFill>
                  <a:schemeClr val="dk1"/>
                </a:solidFill>
                <a:effectLst/>
                <a:uFillTx/>
                <a:latin typeface="Lucida Sans Unicode"/>
              </a:rPr>
              <a:t>Fifth level</a:t>
            </a:r>
            <a:endParaRPr lang="en-US" sz="1800" b="0" u="none" strike="noStrike">
              <a:solidFill>
                <a:schemeClr val="dk1"/>
              </a:solidFill>
              <a:effectLst/>
              <a:uFillTx/>
              <a:latin typeface="Lucida Sans Unicode"/>
            </a:endParaRPr>
          </a:p>
        </p:txBody>
      </p:sp>
      <p:sp>
        <p:nvSpPr>
          <p:cNvPr id="24" name="PlaceHolder 3"/>
          <p:cNvSpPr>
            <a:spLocks noGrp="1"/>
          </p:cNvSpPr>
          <p:nvPr>
            <p:ph type="dt" idx="4"/>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 </a:t>
            </a:r>
            <a:endParaRPr lang="en-US" sz="1000" b="0" u="none" strike="noStrike">
              <a:solidFill>
                <a:srgbClr val="000000"/>
              </a:solidFill>
              <a:effectLst/>
              <a:uFillTx/>
              <a:latin typeface="Times New Roman"/>
            </a:endParaRPr>
          </a:p>
        </p:txBody>
      </p:sp>
      <p:sp>
        <p:nvSpPr>
          <p:cNvPr id="25" name="PlaceHolder 4"/>
          <p:cNvSpPr>
            <a:spLocks noGrp="1"/>
          </p:cNvSpPr>
          <p:nvPr>
            <p:ph type="ftr" idx="5"/>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6" name="PlaceHolder 5"/>
          <p:cNvSpPr>
            <a:spLocks noGrp="1"/>
          </p:cNvSpPr>
          <p:nvPr>
            <p:ph type="sldNum" idx="6"/>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18DA36FB-91D5-4B4D-AB2F-EC095758911B}" type="slidenum">
              <a:rPr lang="en-GB" sz="1000" b="0" u="none" strike="noStrike">
                <a:solidFill>
                  <a:schemeClr val="dk1"/>
                </a:solidFill>
                <a:effectLst/>
                <a:uFillTx/>
                <a:latin typeface="Lucida Sans Unicode"/>
              </a:rPr>
              <a:t>1</a:t>
            </a:fld>
            <a:endParaRPr lang="en-US" sz="10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7"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28"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29"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30" name="Straight Connector 14"/>
          <p:cNvCxnSpPr/>
          <p:nvPr/>
        </p:nvCxnSpPr>
        <p:spPr>
          <a:xfrm>
            <a:off x="-9000" y="5787720"/>
            <a:ext cx="3405600" cy="1084680"/>
          </a:xfrm>
          <a:prstGeom prst="straightConnector1">
            <a:avLst/>
          </a:prstGeom>
          <a:ln w="12065">
            <a:solidFill>
              <a:srgbClr val="196F85"/>
            </a:solidFill>
            <a:miter/>
          </a:ln>
        </p:spPr>
      </p:cxnSp>
      <p:sp>
        <p:nvSpPr>
          <p:cNvPr id="31" name="PlaceHolder 1"/>
          <p:cNvSpPr>
            <a:spLocks noGrp="1"/>
          </p:cNvSpPr>
          <p:nvPr>
            <p:ph type="title"/>
          </p:nvPr>
        </p:nvSpPr>
        <p:spPr>
          <a:xfrm>
            <a:off x="6843960" y="274680"/>
            <a:ext cx="1776960" cy="5592240"/>
          </a:xfrm>
          <a:prstGeom prst="rect">
            <a:avLst/>
          </a:prstGeom>
          <a:noFill/>
          <a:ln w="0">
            <a:noFill/>
          </a:ln>
        </p:spPr>
        <p:txBody>
          <a:bodyPr lIns="45000" tIns="90000" rIns="45000" bIns="90000" anchor="ctr" vert="eaVert">
            <a:noAutofit/>
          </a:bodyPr>
          <a:lstStyle>
            <a:lvl1pPr indent="0" algn="l">
              <a:lnSpc>
                <a:spcPct val="100000"/>
              </a:lnSpc>
              <a:buNone/>
              <a:defRPr lang="en-US" sz="4100" b="1" u="none" strike="noStrike">
                <a:solidFill>
                  <a:schemeClr val="dk2"/>
                </a:solidFill>
                <a:effectLst/>
                <a:uFillTx/>
                <a:latin typeface="Lucida Sans Unicode"/>
              </a:defRPr>
            </a:lvl1pPr>
          </a:lstStyle>
          <a:p>
            <a:pPr indent="0" algn="l">
              <a:lnSpc>
                <a:spcPct val="100000"/>
              </a:lnSpc>
              <a:buNone/>
            </a:pPr>
            <a:r>
              <a:rPr lang="en-US" sz="4100" b="1" u="none" strike="noStrike">
                <a:solidFill>
                  <a:schemeClr val="dk2"/>
                </a:solidFill>
                <a:effectLst/>
                <a:uFillTx/>
                <a:latin typeface="Lucida Sans Unicode"/>
              </a:rPr>
              <a:t>Click to edit Master title style</a:t>
            </a:r>
            <a:endParaRPr lang="en-US" sz="4100" b="1" u="none" strike="noStrike">
              <a:solidFill>
                <a:schemeClr val="dk2"/>
              </a:solidFill>
              <a:effectLst/>
              <a:uFillTx/>
              <a:latin typeface="Lucida Sans Unicode"/>
            </a:endParaRPr>
          </a:p>
        </p:txBody>
      </p:sp>
      <p:sp>
        <p:nvSpPr>
          <p:cNvPr id="32" name="PlaceHolder 2"/>
          <p:cNvSpPr>
            <a:spLocks noGrp="1"/>
          </p:cNvSpPr>
          <p:nvPr>
            <p:ph type="body"/>
          </p:nvPr>
        </p:nvSpPr>
        <p:spPr>
          <a:xfrm>
            <a:off x="457200" y="274680"/>
            <a:ext cx="6324120" cy="5592240"/>
          </a:xfrm>
          <a:prstGeom prst="rect">
            <a:avLst/>
          </a:prstGeom>
          <a:noFill/>
          <a:ln w="0">
            <a:noFill/>
          </a:ln>
        </p:spPr>
        <p:txBody>
          <a:bodyPr lIns="45000" tIns="90000" rIns="45000" bIns="90000" anchor="t" vert="eaVert">
            <a:noAutofit/>
          </a:bodyPr>
          <a:lstStyle>
            <a:lvl1pPr algn="l">
              <a:lnSpc>
                <a:spcPct val="100000"/>
              </a:lnSpc>
              <a:spcBef>
                <a:spcPts val="400"/>
              </a:spcBef>
              <a:buClr>
                <a:srgbClr val="2DA2BF"/>
              </a:buClr>
              <a:buSzPct val="68000"/>
              <a:buFont typeface="Wingdings 3" charset="2"/>
              <a:buChar char=""/>
              <a:defRPr lang="en-US" sz="27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defRPr lang="en-US" sz="23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defRPr lang="en-US" sz="21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defRPr lang="en-US" sz="19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defRPr lang="en-US" sz="1800" b="0" u="none" strike="noStrike">
                <a:solidFill>
                  <a:schemeClr val="dk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pPr>
            <a:r>
              <a:rPr lang="en-US" sz="2700" b="0" u="none" strike="noStrike">
                <a:solidFill>
                  <a:schemeClr val="dk1"/>
                </a:solidFill>
                <a:effectLst/>
                <a:uFillTx/>
                <a:latin typeface="Lucida Sans Unicode"/>
              </a:rPr>
              <a:t>Click to edit Master text styles</a:t>
            </a:r>
            <a:endParaRPr lang="en-US" sz="27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300" b="0" u="none" strike="noStrike">
                <a:solidFill>
                  <a:schemeClr val="dk1"/>
                </a:solidFill>
                <a:effectLst/>
                <a:uFillTx/>
                <a:latin typeface="Lucida Sans Unicode"/>
              </a:rPr>
              <a:t>Second level</a:t>
            </a:r>
            <a:endParaRPr lang="en-US" sz="23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pPr>
            <a:r>
              <a:rPr lang="en-US" sz="2100" b="0" u="none" strike="noStrike">
                <a:solidFill>
                  <a:schemeClr val="dk1"/>
                </a:solidFill>
                <a:effectLst/>
                <a:uFillTx/>
                <a:latin typeface="Lucida Sans Unicode"/>
              </a:rPr>
              <a:t>Third level</a:t>
            </a:r>
            <a:endParaRPr lang="en-US" sz="21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pPr>
            <a:r>
              <a:rPr lang="en-US" sz="1900" b="0" u="none" strike="noStrike">
                <a:solidFill>
                  <a:schemeClr val="dk1"/>
                </a:solidFill>
                <a:effectLst/>
                <a:uFillTx/>
                <a:latin typeface="Lucida Sans Unicode"/>
              </a:rPr>
              <a:t>Fourth level</a:t>
            </a:r>
            <a:endParaRPr lang="en-US" sz="19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pPr>
            <a:r>
              <a:rPr lang="en-US" sz="1800" b="0" u="none" strike="noStrike">
                <a:solidFill>
                  <a:schemeClr val="dk1"/>
                </a:solidFill>
                <a:effectLst/>
                <a:uFillTx/>
                <a:latin typeface="Lucida Sans Unicode"/>
              </a:rPr>
              <a:t>Fifth level</a:t>
            </a:r>
            <a:endParaRPr lang="en-US" sz="1800" b="0" u="none" strike="noStrike">
              <a:solidFill>
                <a:schemeClr val="dk1"/>
              </a:solidFill>
              <a:effectLst/>
              <a:uFillTx/>
              <a:latin typeface="Lucida Sans Unicode"/>
            </a:endParaRPr>
          </a:p>
        </p:txBody>
      </p:sp>
      <p:sp>
        <p:nvSpPr>
          <p:cNvPr id="33" name="PlaceHolder 3"/>
          <p:cNvSpPr>
            <a:spLocks noGrp="1"/>
          </p:cNvSpPr>
          <p:nvPr>
            <p:ph type="dt" idx="7"/>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 </a:t>
            </a:r>
            <a:endParaRPr lang="en-US" sz="1000" b="0" u="none" strike="noStrike">
              <a:solidFill>
                <a:srgbClr val="000000"/>
              </a:solidFill>
              <a:effectLst/>
              <a:uFillTx/>
              <a:latin typeface="Times New Roman"/>
            </a:endParaRPr>
          </a:p>
        </p:txBody>
      </p:sp>
      <p:sp>
        <p:nvSpPr>
          <p:cNvPr id="34" name="PlaceHolder 4"/>
          <p:cNvSpPr>
            <a:spLocks noGrp="1"/>
          </p:cNvSpPr>
          <p:nvPr>
            <p:ph type="ftr" idx="8"/>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5" name="PlaceHolder 5"/>
          <p:cNvSpPr>
            <a:spLocks noGrp="1"/>
          </p:cNvSpPr>
          <p:nvPr>
            <p:ph type="sldNum" idx="9"/>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69F0C541-106B-4E44-8C59-5F7131460553}" type="slidenum">
              <a:rPr lang="en-GB" sz="1000" b="0" u="none" strike="noStrike">
                <a:solidFill>
                  <a:schemeClr val="dk1"/>
                </a:solidFill>
                <a:effectLst/>
                <a:uFillTx/>
                <a:latin typeface="Lucida Sans Unicode"/>
              </a:rPr>
              <a:t>1</a:t>
            </a:fld>
            <a:endParaRPr lang="en-US" sz="10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bg>
      <p:bgPr>
        <a:solidFill>
          <a:srgbClr val="FFFFFF"/>
        </a:solidFill>
      </p:bgPr>
    </p:bg>
    <p:spTree>
      <p:nvGrpSpPr>
        <p:cNvPr id="1" name=""/>
        <p:cNvGrpSpPr/>
        <p:nvPr/>
      </p:nvGrpSpPr>
      <p:grpSpPr>
        <a:xfrm>
          <a:off x="0" y="0"/>
          <a:ext cx="0" cy="0"/>
          <a:chOff x="0" y="0"/>
          <a:chExt cx="0" cy="0"/>
        </a:xfrm>
      </p:grpSpPr>
      <p:sp>
        <p:nvSpPr>
          <p:cNvPr id="36"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37"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38"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39" name="Straight Connector 14"/>
          <p:cNvCxnSpPr/>
          <p:nvPr/>
        </p:nvCxnSpPr>
        <p:spPr>
          <a:xfrm>
            <a:off x="-9000" y="5787720"/>
            <a:ext cx="3405600" cy="1084680"/>
          </a:xfrm>
          <a:prstGeom prst="straightConnector1">
            <a:avLst/>
          </a:prstGeom>
          <a:ln w="12065">
            <a:solidFill>
              <a:srgbClr val="196F85"/>
            </a:solidFill>
            <a:miter/>
          </a:ln>
        </p:spPr>
      </p:cxnSp>
      <p:sp>
        <p:nvSpPr>
          <p:cNvPr id="40" name="PlaceHolder 1"/>
          <p:cNvSpPr>
            <a:spLocks noGrp="1"/>
          </p:cNvSpPr>
          <p:nvPr>
            <p:ph type="body"/>
          </p:nvPr>
        </p:nvSpPr>
        <p:spPr>
          <a:xfrm>
            <a:off x="457200" y="1481400"/>
            <a:ext cx="8229240" cy="4525560"/>
          </a:xfrm>
          <a:prstGeom prst="rect">
            <a:avLst/>
          </a:prstGeom>
          <a:noFill/>
          <a:ln w="0">
            <a:noFill/>
          </a:ln>
        </p:spPr>
        <p:txBody>
          <a:bodyPr lIns="90000" tIns="45000" rIns="90000" bIns="45000" anchor="t">
            <a:noAutofit/>
          </a:bodyPr>
          <a:lstStyle>
            <a:lvl1pPr algn="l">
              <a:lnSpc>
                <a:spcPct val="100000"/>
              </a:lnSpc>
              <a:spcBef>
                <a:spcPts val="400"/>
              </a:spcBef>
              <a:buClr>
                <a:srgbClr val="2DA2BF"/>
              </a:buClr>
              <a:buSzPct val="68000"/>
              <a:buFont typeface="Wingdings 3" charset="2"/>
              <a:buChar char=""/>
              <a:defRPr lang="en-US" sz="27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defRPr lang="en-US" sz="23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defRPr lang="en-US" sz="21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defRPr lang="en-US" sz="19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defRPr lang="en-US" sz="1800" b="0" u="none" strike="noStrike">
                <a:solidFill>
                  <a:schemeClr val="dk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pPr>
            <a:r>
              <a:rPr lang="en-US" sz="2700" b="0" u="none" strike="noStrike">
                <a:solidFill>
                  <a:schemeClr val="dk1"/>
                </a:solidFill>
                <a:effectLst/>
                <a:uFillTx/>
                <a:latin typeface="Lucida Sans Unicode"/>
              </a:rPr>
              <a:t>Click to edit Master text styles</a:t>
            </a:r>
            <a:endParaRPr lang="en-US" sz="27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300" b="0" u="none" strike="noStrike">
                <a:solidFill>
                  <a:schemeClr val="dk1"/>
                </a:solidFill>
                <a:effectLst/>
                <a:uFillTx/>
                <a:latin typeface="Lucida Sans Unicode"/>
              </a:rPr>
              <a:t>Second level</a:t>
            </a:r>
            <a:endParaRPr lang="en-US" sz="23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pPr>
            <a:r>
              <a:rPr lang="en-US" sz="2100" b="0" u="none" strike="noStrike">
                <a:solidFill>
                  <a:schemeClr val="dk1"/>
                </a:solidFill>
                <a:effectLst/>
                <a:uFillTx/>
                <a:latin typeface="Lucida Sans Unicode"/>
              </a:rPr>
              <a:t>Third level</a:t>
            </a:r>
            <a:endParaRPr lang="en-US" sz="21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pPr>
            <a:r>
              <a:rPr lang="en-US" sz="1900" b="0" u="none" strike="noStrike">
                <a:solidFill>
                  <a:schemeClr val="dk1"/>
                </a:solidFill>
                <a:effectLst/>
                <a:uFillTx/>
                <a:latin typeface="Lucida Sans Unicode"/>
              </a:rPr>
              <a:t>Fourth level</a:t>
            </a:r>
            <a:endParaRPr lang="en-US" sz="19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pPr>
            <a:r>
              <a:rPr lang="en-US" sz="1800" b="0" u="none" strike="noStrike">
                <a:solidFill>
                  <a:schemeClr val="dk1"/>
                </a:solidFill>
                <a:effectLst/>
                <a:uFillTx/>
                <a:latin typeface="Lucida Sans Unicode"/>
              </a:rPr>
              <a:t>Fifth level</a:t>
            </a:r>
            <a:endParaRPr lang="en-US" sz="1800" b="0" u="none" strike="noStrike">
              <a:solidFill>
                <a:schemeClr val="dk1"/>
              </a:solidFill>
              <a:effectLst/>
              <a:uFillTx/>
              <a:latin typeface="Lucida Sans Unicode"/>
            </a:endParaRPr>
          </a:p>
        </p:txBody>
      </p:sp>
      <p:sp>
        <p:nvSpPr>
          <p:cNvPr id="41" name="PlaceHolder 2"/>
          <p:cNvSpPr>
            <a:spLocks noGrp="1"/>
          </p:cNvSpPr>
          <p:nvPr>
            <p:ph type="dt" idx="10"/>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 </a:t>
            </a:r>
            <a:endParaRPr lang="en-US" sz="1000" b="0" u="none" strike="noStrike">
              <a:solidFill>
                <a:srgbClr val="000000"/>
              </a:solidFill>
              <a:effectLst/>
              <a:uFillTx/>
              <a:latin typeface="Times New Roman"/>
            </a:endParaRPr>
          </a:p>
        </p:txBody>
      </p:sp>
      <p:sp>
        <p:nvSpPr>
          <p:cNvPr id="42" name="PlaceHolder 3"/>
          <p:cNvSpPr>
            <a:spLocks noGrp="1"/>
          </p:cNvSpPr>
          <p:nvPr>
            <p:ph type="ftr" idx="11"/>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3" name="PlaceHolder 4"/>
          <p:cNvSpPr>
            <a:spLocks noGrp="1"/>
          </p:cNvSpPr>
          <p:nvPr>
            <p:ph type="sldNum" idx="12"/>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5FDF5E28-E6DC-4F70-997B-2A8A0A5FE40F}" type="slidenum">
              <a:rPr lang="en-GB" sz="1000" b="0" u="none" strike="noStrike">
                <a:solidFill>
                  <a:schemeClr val="dk1"/>
                </a:solidFill>
                <a:effectLst/>
                <a:uFillTx/>
                <a:latin typeface="Lucida Sans Unicode"/>
              </a:rPr>
              <a:t>1</a:t>
            </a:fld>
            <a:endParaRPr lang="en-US" sz="1000" b="0" u="none" strike="noStrike">
              <a:solidFill>
                <a:srgbClr val="000000"/>
              </a:solidFill>
              <a:effectLst/>
              <a:uFillTx/>
              <a:latin typeface="Times New Roman"/>
            </a:endParaRPr>
          </a:p>
        </p:txBody>
      </p:sp>
      <p:sp>
        <p:nvSpPr>
          <p:cNvPr id="44" name="PlaceHolder 5"/>
          <p:cNvSpPr>
            <a:spLocks noGrp="1"/>
          </p:cNvSpPr>
          <p:nvPr>
            <p:ph type="title"/>
          </p:nvPr>
        </p:nvSpPr>
        <p:spPr>
          <a:xfrm>
            <a:off x="457200" y="274680"/>
            <a:ext cx="8229240" cy="1142640"/>
          </a:xfrm>
          <a:prstGeom prst="rect">
            <a:avLst/>
          </a:prstGeom>
          <a:noFill/>
          <a:ln w="0">
            <a:noFill/>
          </a:ln>
        </p:spPr>
        <p:txBody>
          <a:bodyPr lIns="90000" tIns="45000" rIns="90000" bIns="45000" anchor="ctr">
            <a:noAutofit/>
          </a:bodyPr>
          <a:lstStyle>
            <a:lvl1pPr indent="0" algn="l">
              <a:lnSpc>
                <a:spcPct val="100000"/>
              </a:lnSpc>
              <a:buNone/>
              <a:defRPr lang="en-US" sz="4100" b="1" u="none" strike="noStrike">
                <a:solidFill>
                  <a:schemeClr val="dk2"/>
                </a:solidFill>
                <a:effectLst/>
                <a:uFillTx/>
                <a:latin typeface="Lucida Sans Unicode"/>
              </a:defRPr>
            </a:lvl1pPr>
          </a:lstStyle>
          <a:p>
            <a:pPr indent="0" algn="l">
              <a:lnSpc>
                <a:spcPct val="100000"/>
              </a:lnSpc>
              <a:buNone/>
            </a:pPr>
            <a:r>
              <a:rPr lang="en-US" sz="4100" b="1" u="none" strike="noStrike">
                <a:solidFill>
                  <a:schemeClr val="dk2"/>
                </a:solidFill>
                <a:effectLst/>
                <a:uFillTx/>
                <a:latin typeface="Lucida Sans Unicode"/>
              </a:rPr>
              <a:t>Click to edit Master title style</a:t>
            </a:r>
            <a:endParaRPr lang="en-US" sz="4100" b="1" u="none" strike="noStrike">
              <a:solidFill>
                <a:schemeClr val="dk2"/>
              </a:solidFill>
              <a:effectLst/>
              <a:uFillTx/>
              <a:latin typeface="Lucida Sans Unicode"/>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36"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37"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38"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45" name="Straight Connector 14"/>
          <p:cNvCxnSpPr/>
          <p:nvPr/>
        </p:nvCxnSpPr>
        <p:spPr>
          <a:xfrm>
            <a:off x="-9000" y="5787720"/>
            <a:ext cx="3405600" cy="1084680"/>
          </a:xfrm>
          <a:prstGeom prst="straightConnector1">
            <a:avLst/>
          </a:prstGeom>
          <a:ln w="12065">
            <a:solidFill>
              <a:srgbClr val="196F85"/>
            </a:solidFill>
            <a:miter/>
          </a:ln>
        </p:spPr>
      </p:cxnSp>
      <p:sp>
        <p:nvSpPr>
          <p:cNvPr id="46" name="PlaceHolder 1"/>
          <p:cNvSpPr>
            <a:spLocks noGrp="1"/>
          </p:cNvSpPr>
          <p:nvPr>
            <p:ph type="body"/>
          </p:nvPr>
        </p:nvSpPr>
        <p:spPr>
          <a:xfrm>
            <a:off x="457200" y="1481400"/>
            <a:ext cx="8229240" cy="4525560"/>
          </a:xfrm>
          <a:prstGeom prst="rect">
            <a:avLst/>
          </a:prstGeom>
          <a:noFill/>
          <a:ln w="0">
            <a:noFill/>
          </a:ln>
        </p:spPr>
        <p:txBody>
          <a:bodyPr lIns="90000" tIns="45000" rIns="90000" bIns="45000" anchor="t">
            <a:noAutofit/>
          </a:bodyPr>
          <a:lstStyle>
            <a:lvl1pPr algn="l">
              <a:lnSpc>
                <a:spcPct val="100000"/>
              </a:lnSpc>
              <a:spcBef>
                <a:spcPts val="400"/>
              </a:spcBef>
              <a:buClr>
                <a:srgbClr val="2DA2BF"/>
              </a:buClr>
              <a:buSzPct val="68000"/>
              <a:buFont typeface="Wingdings 3" charset="2"/>
              <a:buChar char=""/>
              <a:defRPr lang="en-US" sz="27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defRPr lang="en-US" sz="23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defRPr lang="en-US" sz="21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defRPr lang="en-US" sz="19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defRPr lang="en-US" sz="1800" b="0" u="none" strike="noStrike">
                <a:solidFill>
                  <a:schemeClr val="dk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pPr>
            <a:r>
              <a:rPr lang="en-US" sz="2700" b="0" u="none" strike="noStrike">
                <a:solidFill>
                  <a:schemeClr val="dk1"/>
                </a:solidFill>
                <a:effectLst/>
                <a:uFillTx/>
                <a:latin typeface="Lucida Sans Unicode"/>
              </a:rPr>
              <a:t>Click to edit Master text styles</a:t>
            </a:r>
            <a:endParaRPr lang="en-US" sz="27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300" b="0" u="none" strike="noStrike">
                <a:solidFill>
                  <a:schemeClr val="dk1"/>
                </a:solidFill>
                <a:effectLst/>
                <a:uFillTx/>
                <a:latin typeface="Lucida Sans Unicode"/>
              </a:rPr>
              <a:t>Second level</a:t>
            </a:r>
            <a:endParaRPr lang="en-US" sz="23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pPr>
            <a:r>
              <a:rPr lang="en-US" sz="2100" b="0" u="none" strike="noStrike">
                <a:solidFill>
                  <a:schemeClr val="dk1"/>
                </a:solidFill>
                <a:effectLst/>
                <a:uFillTx/>
                <a:latin typeface="Lucida Sans Unicode"/>
              </a:rPr>
              <a:t>Third level</a:t>
            </a:r>
            <a:endParaRPr lang="en-US" sz="21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pPr>
            <a:r>
              <a:rPr lang="en-US" sz="1900" b="0" u="none" strike="noStrike">
                <a:solidFill>
                  <a:schemeClr val="dk1"/>
                </a:solidFill>
                <a:effectLst/>
                <a:uFillTx/>
                <a:latin typeface="Lucida Sans Unicode"/>
              </a:rPr>
              <a:t>Fourth level</a:t>
            </a:r>
            <a:endParaRPr lang="en-US" sz="19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pPr>
            <a:r>
              <a:rPr lang="en-US" sz="1800" b="0" u="none" strike="noStrike">
                <a:solidFill>
                  <a:schemeClr val="dk1"/>
                </a:solidFill>
                <a:effectLst/>
                <a:uFillTx/>
                <a:latin typeface="Lucida Sans Unicode"/>
              </a:rPr>
              <a:t>Fifth level</a:t>
            </a:r>
            <a:endParaRPr lang="en-US" sz="1800" b="0" u="none" strike="noStrike">
              <a:solidFill>
                <a:schemeClr val="dk1"/>
              </a:solidFill>
              <a:effectLst/>
              <a:uFillTx/>
              <a:latin typeface="Lucida Sans Unicode"/>
            </a:endParaRPr>
          </a:p>
        </p:txBody>
      </p:sp>
      <p:sp>
        <p:nvSpPr>
          <p:cNvPr id="47" name="PlaceHolder 2"/>
          <p:cNvSpPr>
            <a:spLocks noGrp="1"/>
          </p:cNvSpPr>
          <p:nvPr>
            <p:ph type="dt" idx="13"/>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 </a:t>
            </a:r>
            <a:endParaRPr lang="en-US" sz="1000" b="0" u="none" strike="noStrike">
              <a:solidFill>
                <a:srgbClr val="000000"/>
              </a:solidFill>
              <a:effectLst/>
              <a:uFillTx/>
              <a:latin typeface="Times New Roman"/>
            </a:endParaRPr>
          </a:p>
        </p:txBody>
      </p:sp>
      <p:sp>
        <p:nvSpPr>
          <p:cNvPr id="48" name="PlaceHolder 3"/>
          <p:cNvSpPr>
            <a:spLocks noGrp="1"/>
          </p:cNvSpPr>
          <p:nvPr>
            <p:ph type="ftr" idx="14"/>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9" name="PlaceHolder 4"/>
          <p:cNvSpPr>
            <a:spLocks noGrp="1"/>
          </p:cNvSpPr>
          <p:nvPr>
            <p:ph type="sldNum" idx="15"/>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E7B94BC8-CED5-4FC5-864C-83E37D12E094}" type="slidenum">
              <a:rPr lang="en-GB" sz="1000" b="0" u="none" strike="noStrike">
                <a:solidFill>
                  <a:schemeClr val="dk1"/>
                </a:solidFill>
                <a:effectLst/>
                <a:uFillTx/>
                <a:latin typeface="Lucida Sans Unicode"/>
              </a:rPr>
              <a:t>1</a:t>
            </a:fld>
            <a:endParaRPr lang="en-US" sz="1000" b="0" u="none" strike="noStrike">
              <a:solidFill>
                <a:srgbClr val="000000"/>
              </a:solidFill>
              <a:effectLst/>
              <a:uFillTx/>
              <a:latin typeface="Times New Roman"/>
            </a:endParaRPr>
          </a:p>
        </p:txBody>
      </p:sp>
      <p:sp>
        <p:nvSpPr>
          <p:cNvPr id="50" name="PlaceHolder 5"/>
          <p:cNvSpPr>
            <a:spLocks noGrp="1"/>
          </p:cNvSpPr>
          <p:nvPr>
            <p:ph type="title"/>
          </p:nvPr>
        </p:nvSpPr>
        <p:spPr>
          <a:xfrm>
            <a:off x="457200" y="274680"/>
            <a:ext cx="8229240" cy="1142640"/>
          </a:xfrm>
          <a:prstGeom prst="rect">
            <a:avLst/>
          </a:prstGeom>
          <a:noFill/>
          <a:ln w="0">
            <a:noFill/>
          </a:ln>
        </p:spPr>
        <p:txBody>
          <a:bodyPr lIns="90000" tIns="45000" rIns="90000" bIns="45000" anchor="ctr">
            <a:noAutofit/>
          </a:bodyPr>
          <a:lstStyle>
            <a:lvl1pPr indent="0" algn="l">
              <a:lnSpc>
                <a:spcPct val="100000"/>
              </a:lnSpc>
              <a:buNone/>
              <a:defRPr lang="en-US" sz="4100" b="1" u="none" strike="noStrike">
                <a:solidFill>
                  <a:schemeClr val="dk2"/>
                </a:solidFill>
                <a:effectLst/>
                <a:uFillTx/>
                <a:latin typeface="Lucida Sans Unicode"/>
              </a:defRPr>
            </a:lvl1pPr>
          </a:lstStyle>
          <a:p>
            <a:pPr indent="0" algn="l">
              <a:lnSpc>
                <a:spcPct val="100000"/>
              </a:lnSpc>
              <a:buNone/>
            </a:pPr>
            <a:r>
              <a:rPr lang="en-US" sz="4100" b="1" u="none" strike="noStrike">
                <a:solidFill>
                  <a:schemeClr val="dk2"/>
                </a:solidFill>
                <a:effectLst/>
                <a:uFillTx/>
                <a:latin typeface="Lucida Sans Unicode"/>
              </a:rPr>
              <a:t>Click to edit Master title style</a:t>
            </a:r>
            <a:endParaRPr lang="en-US" sz="4100" b="1" u="none" strike="noStrike">
              <a:solidFill>
                <a:schemeClr val="dk2"/>
              </a:solidFill>
              <a:effectLst/>
              <a:uFillTx/>
              <a:latin typeface="Lucida Sans Unicode"/>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B4B4B4"/>
            </a:gs>
            <a:gs pos="40000">
              <a:srgbClr val="A1A1A1"/>
            </a:gs>
            <a:gs pos="100000">
              <a:srgbClr val="000000"/>
            </a:gs>
          </a:gsLst>
          <a:path path="circle">
            <a:fillToRect l="82000" t="1000" r="18000" b="99000"/>
          </a:path>
        </a:gradFill>
      </p:bgPr>
    </p:bg>
    <p:spTree>
      <p:nvGrpSpPr>
        <p:cNvPr id="1" name=""/>
        <p:cNvGrpSpPr/>
        <p:nvPr/>
      </p:nvGrpSpPr>
      <p:grpSpPr>
        <a:xfrm>
          <a:off x="0" y="0"/>
          <a:ext cx="0" cy="0"/>
          <a:chOff x="0" y="0"/>
          <a:chExt cx="0" cy="0"/>
        </a:xfrm>
      </p:grpSpPr>
      <p:sp>
        <p:nvSpPr>
          <p:cNvPr id="51"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52"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53"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54" name="Straight Connector 14"/>
          <p:cNvCxnSpPr/>
          <p:nvPr/>
        </p:nvCxnSpPr>
        <p:spPr>
          <a:xfrm>
            <a:off x="-9000" y="5787720"/>
            <a:ext cx="3405600" cy="1084680"/>
          </a:xfrm>
          <a:prstGeom prst="straightConnector1">
            <a:avLst/>
          </a:prstGeom>
          <a:ln w="12065">
            <a:solidFill>
              <a:srgbClr val="196F85"/>
            </a:solidFill>
            <a:miter/>
          </a:ln>
        </p:spPr>
      </p:cxnSp>
      <p:sp>
        <p:nvSpPr>
          <p:cNvPr id="55" name="PlaceHolder 1"/>
          <p:cNvSpPr>
            <a:spLocks noGrp="1"/>
          </p:cNvSpPr>
          <p:nvPr>
            <p:ph type="title"/>
          </p:nvPr>
        </p:nvSpPr>
        <p:spPr>
          <a:xfrm>
            <a:off x="722520" y="1059840"/>
            <a:ext cx="7772040" cy="1828440"/>
          </a:xfrm>
          <a:prstGeom prst="rect">
            <a:avLst/>
          </a:prstGeom>
          <a:noFill/>
          <a:ln w="0">
            <a:noFill/>
          </a:ln>
        </p:spPr>
        <p:txBody>
          <a:bodyPr lIns="90000" tIns="45000" rIns="90000" bIns="45000" anchor="b">
            <a:normAutofit/>
          </a:bodyPr>
          <a:lstStyle>
            <a:lvl1pPr indent="0" algn="r">
              <a:lnSpc>
                <a:spcPct val="100000"/>
              </a:lnSpc>
              <a:buNone/>
              <a:defRPr lang="en-US" sz="4800" b="1" u="none" strike="noStrike">
                <a:solidFill>
                  <a:schemeClr val="lt2"/>
                </a:solidFill>
                <a:effectLst/>
                <a:uFillTx/>
                <a:latin typeface="Lucida Sans Unicode"/>
              </a:defRPr>
            </a:lvl1pPr>
          </a:lstStyle>
          <a:p>
            <a:pPr indent="0" algn="r">
              <a:lnSpc>
                <a:spcPct val="100000"/>
              </a:lnSpc>
              <a:buNone/>
            </a:pPr>
            <a:r>
              <a:rPr lang="en-US" sz="4800" b="1" u="none" strike="noStrike">
                <a:solidFill>
                  <a:schemeClr val="lt2"/>
                </a:solidFill>
                <a:effectLst/>
                <a:uFillTx/>
                <a:latin typeface="Lucida Sans Unicode"/>
              </a:rPr>
              <a:t>Click to edit Master title style</a:t>
            </a:r>
            <a:endParaRPr lang="en-US" sz="4800" b="1" u="none" strike="noStrike">
              <a:solidFill>
                <a:schemeClr val="lt2"/>
              </a:solidFill>
              <a:effectLst/>
              <a:uFillTx/>
              <a:latin typeface="Lucida Sans Unicode"/>
            </a:endParaRPr>
          </a:p>
        </p:txBody>
      </p:sp>
      <p:sp>
        <p:nvSpPr>
          <p:cNvPr id="56" name="PlaceHolder 2"/>
          <p:cNvSpPr>
            <a:spLocks noGrp="1"/>
          </p:cNvSpPr>
          <p:nvPr>
            <p:ph type="body"/>
          </p:nvPr>
        </p:nvSpPr>
        <p:spPr>
          <a:xfrm>
            <a:off x="3922560" y="2931840"/>
            <a:ext cx="4571640" cy="1454400"/>
          </a:xfrm>
          <a:prstGeom prst="rect">
            <a:avLst/>
          </a:prstGeom>
          <a:noFill/>
          <a:ln w="0">
            <a:noFill/>
          </a:ln>
        </p:spPr>
        <p:txBody>
          <a:bodyPr lIns="91440" tIns="45000" rIns="91440" bIns="45000" anchor="t">
            <a:noAutofit/>
          </a:bodyPr>
          <a:lstStyle>
            <a:lvl1pPr indent="0" algn="l">
              <a:lnSpc>
                <a:spcPct val="100000"/>
              </a:lnSpc>
              <a:spcBef>
                <a:spcPts val="400"/>
              </a:spcBef>
              <a:buNone/>
              <a:tabLst>
                <a:tab pos="0" algn="l"/>
              </a:tabLst>
              <a:defRPr lang="en-US" sz="2300" b="0" u="none" strike="noStrike">
                <a:solidFill>
                  <a:schemeClr val="lt1"/>
                </a:solidFill>
                <a:effectLst/>
                <a:uFillTx/>
                <a:latin typeface="Lucida Sans Unicode"/>
              </a:defRPr>
            </a:lvl1pPr>
          </a:lstStyle>
          <a:p>
            <a:pPr indent="0" algn="l">
              <a:lnSpc>
                <a:spcPct val="100000"/>
              </a:lnSpc>
              <a:spcBef>
                <a:spcPts val="400"/>
              </a:spcBef>
              <a:buNone/>
              <a:tabLst>
                <a:tab pos="0" algn="l"/>
              </a:tabLst>
            </a:pPr>
            <a:r>
              <a:rPr lang="en-US" sz="2300" b="0" u="none" strike="noStrike">
                <a:solidFill>
                  <a:schemeClr val="lt1"/>
                </a:solidFill>
                <a:effectLst/>
                <a:uFillTx/>
                <a:latin typeface="Lucida Sans Unicode"/>
              </a:rPr>
              <a:t>Click to edit Master text styles</a:t>
            </a:r>
            <a:endParaRPr lang="en-US" sz="2300" b="0" u="none" strike="noStrike">
              <a:solidFill>
                <a:schemeClr val="lt1"/>
              </a:solidFill>
              <a:effectLst/>
              <a:uFillTx/>
              <a:latin typeface="Lucida Sans Unicode"/>
            </a:endParaRPr>
          </a:p>
        </p:txBody>
      </p:sp>
      <p:sp>
        <p:nvSpPr>
          <p:cNvPr id="57" name="PlaceHolder 3"/>
          <p:cNvSpPr>
            <a:spLocks noGrp="1"/>
          </p:cNvSpPr>
          <p:nvPr>
            <p:ph type="dt" idx="16"/>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lt1"/>
                </a:solidFill>
                <a:effectLst/>
                <a:uFillTx/>
                <a:latin typeface="Lucida Sans Unicode"/>
              </a:defRPr>
            </a:lvl1pPr>
          </a:lstStyle>
          <a:p>
            <a:pPr indent="0" algn="l" defTabSz="914400">
              <a:lnSpc>
                <a:spcPct val="100000"/>
              </a:lnSpc>
              <a:buNone/>
            </a:pPr>
            <a:r>
              <a:rPr lang="en-GB" sz="1000" b="0" u="none" strike="noStrike">
                <a:solidFill>
                  <a:schemeClr val="lt1"/>
                </a:solidFill>
                <a:effectLst/>
                <a:uFillTx/>
                <a:latin typeface="Lucida Sans Unicode"/>
              </a:rPr>
              <a:t>&lt;date/time&gt;</a:t>
            </a:r>
            <a:endParaRPr lang="en-US" sz="1000" b="0" u="none" strike="noStrike">
              <a:solidFill>
                <a:srgbClr val="FFFFFF"/>
              </a:solidFill>
              <a:effectLst/>
              <a:uFillTx/>
              <a:latin typeface="Times New Roman"/>
            </a:endParaRPr>
          </a:p>
        </p:txBody>
      </p:sp>
      <p:sp>
        <p:nvSpPr>
          <p:cNvPr id="58" name="PlaceHolder 4"/>
          <p:cNvSpPr>
            <a:spLocks noGrp="1"/>
          </p:cNvSpPr>
          <p:nvPr>
            <p:ph type="ftr" idx="17"/>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59" name="PlaceHolder 5"/>
          <p:cNvSpPr>
            <a:spLocks noGrp="1"/>
          </p:cNvSpPr>
          <p:nvPr>
            <p:ph type="sldNum" idx="18"/>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lt1"/>
                </a:solidFill>
                <a:effectLst/>
                <a:uFillTx/>
                <a:latin typeface="Lucida Sans Unicode"/>
              </a:defRPr>
            </a:lvl1pPr>
          </a:lstStyle>
          <a:p>
            <a:pPr indent="0" algn="r" defTabSz="914400">
              <a:lnSpc>
                <a:spcPct val="100000"/>
              </a:lnSpc>
              <a:buNone/>
            </a:pPr>
            <a:fld id="{46A266AF-E1DC-49E2-A4B9-DE66B75E643C}" type="slidenum">
              <a:rPr lang="en-GB" sz="1000" b="0" u="none" strike="noStrike">
                <a:solidFill>
                  <a:schemeClr val="lt1"/>
                </a:solidFill>
                <a:effectLst/>
                <a:uFillTx/>
                <a:latin typeface="Lucida Sans Unicode"/>
              </a:rPr>
              <a:t>&lt;number&gt;</a:t>
            </a:fld>
            <a:endParaRPr lang="en-US" sz="1000" b="0" u="none" strike="noStrike">
              <a:solidFill>
                <a:srgbClr val="FFFFFF"/>
              </a:solidFill>
              <a:effectLst/>
              <a:uFillTx/>
              <a:latin typeface="Times New Roman"/>
            </a:endParaRPr>
          </a:p>
        </p:txBody>
      </p:sp>
      <p:sp>
        <p:nvSpPr>
          <p:cNvPr id="60" name="Chevron 6"/>
          <p:cNvSpPr/>
          <p:nvPr/>
        </p:nvSpPr>
        <p:spPr>
          <a:xfrm>
            <a:off x="3636720" y="3005640"/>
            <a:ext cx="182520" cy="228240"/>
          </a:xfrm>
          <a:prstGeom prst="chevron">
            <a:avLst>
              <a:gd name="adj" fmla="val 50000"/>
            </a:avLst>
          </a:prstGeom>
          <a:gradFill rotWithShape="0">
            <a:gsLst>
              <a:gs pos="0">
                <a:srgbClr val="168AA7"/>
              </a:gs>
              <a:gs pos="72000">
                <a:srgbClr val="51B7D9"/>
              </a:gs>
              <a:gs pos="100000">
                <a:srgbClr val="80C2DC"/>
              </a:gs>
            </a:gsLst>
            <a:lin ang="16200000"/>
          </a:gradFill>
          <a:ln cap="rnd" w="3175">
            <a:solidFill>
              <a:srgbClr val="2DA2BF">
                <a:shade val="50000"/>
              </a:srgbClr>
            </a:solidFill>
            <a:round/>
          </a:ln>
          <a:effectLst>
            <a:outerShdw blurRad="50760" dir="5400000" dist="25560">
              <a:srgbClr val="000000">
                <a:alpha val="46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Lucida Sans Unicode"/>
            </a:endParaRPr>
          </a:p>
        </p:txBody>
      </p:sp>
      <p:sp>
        <p:nvSpPr>
          <p:cNvPr id="61" name="Chevron 7"/>
          <p:cNvSpPr/>
          <p:nvPr/>
        </p:nvSpPr>
        <p:spPr>
          <a:xfrm>
            <a:off x="3450240" y="3005640"/>
            <a:ext cx="182520" cy="228240"/>
          </a:xfrm>
          <a:prstGeom prst="chevron">
            <a:avLst>
              <a:gd name="adj" fmla="val 50000"/>
            </a:avLst>
          </a:prstGeom>
          <a:gradFill rotWithShape="0">
            <a:gsLst>
              <a:gs pos="0">
                <a:srgbClr val="168AA7"/>
              </a:gs>
              <a:gs pos="72000">
                <a:srgbClr val="51B7D9"/>
              </a:gs>
              <a:gs pos="100000">
                <a:srgbClr val="80C2DC"/>
              </a:gs>
            </a:gsLst>
            <a:lin ang="16200000"/>
          </a:gradFill>
          <a:ln cap="rnd" w="3175">
            <a:solidFill>
              <a:srgbClr val="2DA2BF">
                <a:shade val="50000"/>
              </a:srgbClr>
            </a:solidFill>
            <a:round/>
          </a:ln>
          <a:effectLst>
            <a:outerShdw blurRad="50760" dir="5400000" dist="25560">
              <a:srgbClr val="000000">
                <a:alpha val="46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Lucida Sans Unicode"/>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B4B4B4"/>
            </a:gs>
            <a:gs pos="40000">
              <a:srgbClr val="A1A1A1"/>
            </a:gs>
            <a:gs pos="100000">
              <a:srgbClr val="000000"/>
            </a:gs>
          </a:gsLst>
          <a:path path="circle">
            <a:fillToRect l="82000" t="1000" r="18000" b="99000"/>
          </a:path>
        </a:gradFill>
      </p:bgPr>
    </p:bg>
    <p:spTree>
      <p:nvGrpSpPr>
        <p:cNvPr id="1" name=""/>
        <p:cNvGrpSpPr/>
        <p:nvPr/>
      </p:nvGrpSpPr>
      <p:grpSpPr>
        <a:xfrm>
          <a:off x="0" y="0"/>
          <a:ext cx="0" cy="0"/>
          <a:chOff x="0" y="0"/>
          <a:chExt cx="0" cy="0"/>
        </a:xfrm>
      </p:grpSpPr>
      <p:sp>
        <p:nvSpPr>
          <p:cNvPr id="62"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63"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64"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65" name="Straight Connector 14"/>
          <p:cNvCxnSpPr/>
          <p:nvPr/>
        </p:nvCxnSpPr>
        <p:spPr>
          <a:xfrm>
            <a:off x="-9000" y="5787720"/>
            <a:ext cx="3405600" cy="1084680"/>
          </a:xfrm>
          <a:prstGeom prst="straightConnector1">
            <a:avLst/>
          </a:prstGeom>
          <a:ln w="12065">
            <a:solidFill>
              <a:srgbClr val="196F85"/>
            </a:solidFill>
            <a:miter/>
          </a:ln>
        </p:spPr>
      </p:cxnSp>
      <p:sp>
        <p:nvSpPr>
          <p:cNvPr id="66" name="PlaceHolder 1"/>
          <p:cNvSpPr>
            <a:spLocks noGrp="1"/>
          </p:cNvSpPr>
          <p:nvPr>
            <p:ph type="body"/>
          </p:nvPr>
        </p:nvSpPr>
        <p:spPr>
          <a:xfrm>
            <a:off x="457200" y="1481400"/>
            <a:ext cx="4038120" cy="4525560"/>
          </a:xfrm>
          <a:prstGeom prst="rect">
            <a:avLst/>
          </a:prstGeom>
          <a:noFill/>
          <a:ln w="0">
            <a:noFill/>
          </a:ln>
        </p:spPr>
        <p:txBody>
          <a:bodyPr lIns="90000" tIns="45000" rIns="90000" bIns="45000" anchor="t">
            <a:noAutofit/>
          </a:bodyPr>
          <a:lstStyle>
            <a:lvl1pPr algn="l">
              <a:lnSpc>
                <a:spcPct val="100000"/>
              </a:lnSpc>
              <a:spcBef>
                <a:spcPts val="400"/>
              </a:spcBef>
              <a:buClr>
                <a:srgbClr val="2DA2BF"/>
              </a:buClr>
              <a:buSzPct val="68000"/>
              <a:buFont typeface="Wingdings 3" charset="2"/>
              <a:buChar char=""/>
              <a:defRPr lang="en-US" sz="2800" b="0" u="none" strike="noStrike">
                <a:solidFill>
                  <a:schemeClr val="lt1"/>
                </a:solidFill>
                <a:effectLst/>
                <a:uFillTx/>
                <a:latin typeface="Lucida Sans Unicode"/>
              </a:defRPr>
            </a:lvl1pPr>
            <a:lvl2pPr lvl="1" algn="l">
              <a:lnSpc>
                <a:spcPct val="100000"/>
              </a:lnSpc>
              <a:spcBef>
                <a:spcPts val="323"/>
              </a:spcBef>
              <a:buClr>
                <a:srgbClr val="2DA2BF"/>
              </a:buClr>
              <a:buFont typeface="Verdana"/>
              <a:buChar char="◦"/>
              <a:defRPr lang="en-US" sz="2400" b="0" u="none" strike="noStrike">
                <a:solidFill>
                  <a:schemeClr val="lt1"/>
                </a:solidFill>
                <a:effectLst/>
                <a:uFillTx/>
                <a:latin typeface="Lucida Sans Unicode"/>
              </a:defRPr>
            </a:lvl2pPr>
            <a:lvl3pPr lvl="2" algn="l">
              <a:lnSpc>
                <a:spcPct val="100000"/>
              </a:lnSpc>
              <a:spcBef>
                <a:spcPts val="349"/>
              </a:spcBef>
              <a:buClr>
                <a:srgbClr val="DA1F28"/>
              </a:buClr>
              <a:buFont typeface="Wingdings 2" charset="2"/>
              <a:buChar char=""/>
              <a:defRPr lang="en-US" sz="2000" b="0" u="none" strike="noStrike">
                <a:solidFill>
                  <a:schemeClr val="lt1"/>
                </a:solidFill>
                <a:effectLst/>
                <a:uFillTx/>
                <a:latin typeface="Lucida Sans Unicode"/>
              </a:defRPr>
            </a:lvl3pPr>
            <a:lvl4pPr lvl="3" algn="l">
              <a:lnSpc>
                <a:spcPct val="100000"/>
              </a:lnSpc>
              <a:spcBef>
                <a:spcPts val="349"/>
              </a:spcBef>
              <a:buClr>
                <a:srgbClr val="DA1F28"/>
              </a:buClr>
              <a:buFont typeface="Wingdings 2" charset="2"/>
              <a:buChar char=""/>
              <a:defRPr lang="en-US" sz="1800" b="0" u="none" strike="noStrike">
                <a:solidFill>
                  <a:schemeClr val="lt1"/>
                </a:solidFill>
                <a:effectLst/>
                <a:uFillTx/>
                <a:latin typeface="Lucida Sans Unicode"/>
              </a:defRPr>
            </a:lvl4pPr>
            <a:lvl5pPr lvl="4" algn="l">
              <a:lnSpc>
                <a:spcPct val="100000"/>
              </a:lnSpc>
              <a:spcBef>
                <a:spcPts val="349"/>
              </a:spcBef>
              <a:buClr>
                <a:srgbClr val="DA1F28"/>
              </a:buClr>
              <a:buFont typeface="Wingdings 2" charset="2"/>
              <a:buChar char=""/>
              <a:defRPr lang="en-US" sz="1800" b="0" u="none" strike="noStrike">
                <a:solidFill>
                  <a:schemeClr val="lt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pPr>
            <a:r>
              <a:rPr lang="en-US" sz="2800" b="0" u="none" strike="noStrike">
                <a:solidFill>
                  <a:schemeClr val="lt1"/>
                </a:solidFill>
                <a:effectLst/>
                <a:uFillTx/>
                <a:latin typeface="Lucida Sans Unicode"/>
              </a:rPr>
              <a:t>Click to edit Master text styles</a:t>
            </a:r>
            <a:endParaRPr lang="en-US" sz="2800" b="0" u="none" strike="noStrike">
              <a:solidFill>
                <a:schemeClr val="lt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400" b="0" u="none" strike="noStrike">
                <a:solidFill>
                  <a:schemeClr val="lt1"/>
                </a:solidFill>
                <a:effectLst/>
                <a:uFillTx/>
                <a:latin typeface="Lucida Sans Unicode"/>
              </a:rPr>
              <a:t>Second level</a:t>
            </a:r>
            <a:endParaRPr lang="en-US" sz="2400" b="0" u="none" strike="noStrike">
              <a:solidFill>
                <a:schemeClr val="lt1"/>
              </a:solidFill>
              <a:effectLst/>
              <a:uFillTx/>
              <a:latin typeface="Lucida Sans Unicode"/>
            </a:endParaRPr>
          </a:p>
          <a:p>
            <a:pPr marL="859680" lvl="2" indent="-228600" algn="l">
              <a:lnSpc>
                <a:spcPct val="100000"/>
              </a:lnSpc>
              <a:spcBef>
                <a:spcPts val="349"/>
              </a:spcBef>
              <a:buClr>
                <a:srgbClr val="DA1F28"/>
              </a:buClr>
              <a:buFont typeface="Wingdings 2" charset="2"/>
              <a:buChar char=""/>
            </a:pPr>
            <a:r>
              <a:rPr lang="en-US" sz="2000" b="0" u="none" strike="noStrike">
                <a:solidFill>
                  <a:schemeClr val="lt1"/>
                </a:solidFill>
                <a:effectLst/>
                <a:uFillTx/>
                <a:latin typeface="Lucida Sans Unicode"/>
              </a:rPr>
              <a:t>Third level</a:t>
            </a:r>
            <a:endParaRPr lang="en-US" sz="2000" b="0" u="none" strike="noStrike">
              <a:solidFill>
                <a:schemeClr val="lt1"/>
              </a:solidFill>
              <a:effectLst/>
              <a:uFillTx/>
              <a:latin typeface="Lucida Sans Unicode"/>
            </a:endParaRPr>
          </a:p>
          <a:p>
            <a:pPr marL="1143000" lvl="3" indent="-228600" algn="l">
              <a:lnSpc>
                <a:spcPct val="100000"/>
              </a:lnSpc>
              <a:spcBef>
                <a:spcPts val="349"/>
              </a:spcBef>
              <a:buClr>
                <a:srgbClr val="DA1F28"/>
              </a:buClr>
              <a:buFont typeface="Wingdings 2" charset="2"/>
              <a:buChar char=""/>
            </a:pPr>
            <a:r>
              <a:rPr lang="en-US" sz="1800" b="0" u="none" strike="noStrike">
                <a:solidFill>
                  <a:schemeClr val="lt1"/>
                </a:solidFill>
                <a:effectLst/>
                <a:uFillTx/>
                <a:latin typeface="Lucida Sans Unicode"/>
              </a:rPr>
              <a:t>Fourth level</a:t>
            </a:r>
            <a:endParaRPr lang="en-US" sz="1800" b="0" u="none" strike="noStrike">
              <a:solidFill>
                <a:schemeClr val="lt1"/>
              </a:solidFill>
              <a:effectLst/>
              <a:uFillTx/>
              <a:latin typeface="Lucida Sans Unicode"/>
            </a:endParaRPr>
          </a:p>
          <a:p>
            <a:pPr marL="1371600" lvl="4" indent="-228600" algn="l">
              <a:lnSpc>
                <a:spcPct val="100000"/>
              </a:lnSpc>
              <a:spcBef>
                <a:spcPts val="349"/>
              </a:spcBef>
              <a:buClr>
                <a:srgbClr val="DA1F28"/>
              </a:buClr>
              <a:buFont typeface="Wingdings 2" charset="2"/>
              <a:buChar char=""/>
            </a:pPr>
            <a:r>
              <a:rPr lang="en-US" sz="1800" b="0" u="none" strike="noStrike">
                <a:solidFill>
                  <a:schemeClr val="lt1"/>
                </a:solidFill>
                <a:effectLst/>
                <a:uFillTx/>
                <a:latin typeface="Lucida Sans Unicode"/>
              </a:rPr>
              <a:t>Fifth level</a:t>
            </a:r>
            <a:endParaRPr lang="en-US" sz="1800" b="0" u="none" strike="noStrike">
              <a:solidFill>
                <a:schemeClr val="lt1"/>
              </a:solidFill>
              <a:effectLst/>
              <a:uFillTx/>
              <a:latin typeface="Lucida Sans Unicode"/>
            </a:endParaRPr>
          </a:p>
        </p:txBody>
      </p:sp>
      <p:sp>
        <p:nvSpPr>
          <p:cNvPr id="67" name="PlaceHolder 2"/>
          <p:cNvSpPr>
            <a:spLocks noGrp="1"/>
          </p:cNvSpPr>
          <p:nvPr>
            <p:ph type="body"/>
          </p:nvPr>
        </p:nvSpPr>
        <p:spPr>
          <a:xfrm>
            <a:off x="4648320" y="1481400"/>
            <a:ext cx="4038120" cy="4525560"/>
          </a:xfrm>
          <a:prstGeom prst="rect">
            <a:avLst/>
          </a:prstGeom>
          <a:noFill/>
          <a:ln w="0">
            <a:noFill/>
          </a:ln>
        </p:spPr>
        <p:txBody>
          <a:bodyPr lIns="90000" tIns="45000" rIns="90000" bIns="45000" anchor="t">
            <a:noAutofit/>
          </a:bodyPr>
          <a:lstStyle>
            <a:lvl1pPr algn="l">
              <a:lnSpc>
                <a:spcPct val="100000"/>
              </a:lnSpc>
              <a:spcBef>
                <a:spcPts val="400"/>
              </a:spcBef>
              <a:buClr>
                <a:srgbClr val="2DA2BF"/>
              </a:buClr>
              <a:buSzPct val="68000"/>
              <a:buFont typeface="Wingdings 3" charset="2"/>
              <a:buChar char=""/>
              <a:defRPr lang="en-US" sz="2800" b="0" u="none" strike="noStrike">
                <a:solidFill>
                  <a:schemeClr val="lt1"/>
                </a:solidFill>
                <a:effectLst/>
                <a:uFillTx/>
                <a:latin typeface="Lucida Sans Unicode"/>
              </a:defRPr>
            </a:lvl1pPr>
            <a:lvl2pPr lvl="1" algn="l">
              <a:lnSpc>
                <a:spcPct val="100000"/>
              </a:lnSpc>
              <a:spcBef>
                <a:spcPts val="323"/>
              </a:spcBef>
              <a:buClr>
                <a:srgbClr val="2DA2BF"/>
              </a:buClr>
              <a:buFont typeface="Verdana"/>
              <a:buChar char="◦"/>
              <a:defRPr lang="en-US" sz="2400" b="0" u="none" strike="noStrike">
                <a:solidFill>
                  <a:schemeClr val="lt1"/>
                </a:solidFill>
                <a:effectLst/>
                <a:uFillTx/>
                <a:latin typeface="Lucida Sans Unicode"/>
              </a:defRPr>
            </a:lvl2pPr>
            <a:lvl3pPr lvl="2" algn="l">
              <a:lnSpc>
                <a:spcPct val="100000"/>
              </a:lnSpc>
              <a:spcBef>
                <a:spcPts val="349"/>
              </a:spcBef>
              <a:buClr>
                <a:srgbClr val="DA1F28"/>
              </a:buClr>
              <a:buFont typeface="Wingdings 2" charset="2"/>
              <a:buChar char=""/>
              <a:defRPr lang="en-US" sz="2000" b="0" u="none" strike="noStrike">
                <a:solidFill>
                  <a:schemeClr val="lt1"/>
                </a:solidFill>
                <a:effectLst/>
                <a:uFillTx/>
                <a:latin typeface="Lucida Sans Unicode"/>
              </a:defRPr>
            </a:lvl3pPr>
            <a:lvl4pPr lvl="3" algn="l">
              <a:lnSpc>
                <a:spcPct val="100000"/>
              </a:lnSpc>
              <a:spcBef>
                <a:spcPts val="349"/>
              </a:spcBef>
              <a:buClr>
                <a:srgbClr val="DA1F28"/>
              </a:buClr>
              <a:buFont typeface="Wingdings 2" charset="2"/>
              <a:buChar char=""/>
              <a:defRPr lang="en-US" sz="1800" b="0" u="none" strike="noStrike">
                <a:solidFill>
                  <a:schemeClr val="lt1"/>
                </a:solidFill>
                <a:effectLst/>
                <a:uFillTx/>
                <a:latin typeface="Lucida Sans Unicode"/>
              </a:defRPr>
            </a:lvl4pPr>
            <a:lvl5pPr lvl="4" algn="l">
              <a:lnSpc>
                <a:spcPct val="100000"/>
              </a:lnSpc>
              <a:spcBef>
                <a:spcPts val="349"/>
              </a:spcBef>
              <a:buClr>
                <a:srgbClr val="DA1F28"/>
              </a:buClr>
              <a:buFont typeface="Wingdings 2" charset="2"/>
              <a:buChar char=""/>
              <a:defRPr lang="en-US" sz="1800" b="0" u="none" strike="noStrike">
                <a:solidFill>
                  <a:schemeClr val="lt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pPr>
            <a:r>
              <a:rPr lang="en-US" sz="2800" b="0" u="none" strike="noStrike">
                <a:solidFill>
                  <a:schemeClr val="lt1"/>
                </a:solidFill>
                <a:effectLst/>
                <a:uFillTx/>
                <a:latin typeface="Lucida Sans Unicode"/>
              </a:rPr>
              <a:t>Click to edit Master text styles</a:t>
            </a:r>
            <a:endParaRPr lang="en-US" sz="2800" b="0" u="none" strike="noStrike">
              <a:solidFill>
                <a:schemeClr val="lt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400" b="0" u="none" strike="noStrike">
                <a:solidFill>
                  <a:schemeClr val="lt1"/>
                </a:solidFill>
                <a:effectLst/>
                <a:uFillTx/>
                <a:latin typeface="Lucida Sans Unicode"/>
              </a:rPr>
              <a:t>Second level</a:t>
            </a:r>
            <a:endParaRPr lang="en-US" sz="2400" b="0" u="none" strike="noStrike">
              <a:solidFill>
                <a:schemeClr val="lt1"/>
              </a:solidFill>
              <a:effectLst/>
              <a:uFillTx/>
              <a:latin typeface="Lucida Sans Unicode"/>
            </a:endParaRPr>
          </a:p>
          <a:p>
            <a:pPr marL="859680" lvl="2" indent="-228600" algn="l">
              <a:lnSpc>
                <a:spcPct val="100000"/>
              </a:lnSpc>
              <a:spcBef>
                <a:spcPts val="349"/>
              </a:spcBef>
              <a:buClr>
                <a:srgbClr val="DA1F28"/>
              </a:buClr>
              <a:buFont typeface="Wingdings 2" charset="2"/>
              <a:buChar char=""/>
            </a:pPr>
            <a:r>
              <a:rPr lang="en-US" sz="2000" b="0" u="none" strike="noStrike">
                <a:solidFill>
                  <a:schemeClr val="lt1"/>
                </a:solidFill>
                <a:effectLst/>
                <a:uFillTx/>
                <a:latin typeface="Lucida Sans Unicode"/>
              </a:rPr>
              <a:t>Third level</a:t>
            </a:r>
            <a:endParaRPr lang="en-US" sz="2000" b="0" u="none" strike="noStrike">
              <a:solidFill>
                <a:schemeClr val="lt1"/>
              </a:solidFill>
              <a:effectLst/>
              <a:uFillTx/>
              <a:latin typeface="Lucida Sans Unicode"/>
            </a:endParaRPr>
          </a:p>
          <a:p>
            <a:pPr marL="1143000" lvl="3" indent="-228600" algn="l">
              <a:lnSpc>
                <a:spcPct val="100000"/>
              </a:lnSpc>
              <a:spcBef>
                <a:spcPts val="349"/>
              </a:spcBef>
              <a:buClr>
                <a:srgbClr val="DA1F28"/>
              </a:buClr>
              <a:buFont typeface="Wingdings 2" charset="2"/>
              <a:buChar char=""/>
            </a:pPr>
            <a:r>
              <a:rPr lang="en-US" sz="1800" b="0" u="none" strike="noStrike">
                <a:solidFill>
                  <a:schemeClr val="lt1"/>
                </a:solidFill>
                <a:effectLst/>
                <a:uFillTx/>
                <a:latin typeface="Lucida Sans Unicode"/>
              </a:rPr>
              <a:t>Fourth level</a:t>
            </a:r>
            <a:endParaRPr lang="en-US" sz="1800" b="0" u="none" strike="noStrike">
              <a:solidFill>
                <a:schemeClr val="lt1"/>
              </a:solidFill>
              <a:effectLst/>
              <a:uFillTx/>
              <a:latin typeface="Lucida Sans Unicode"/>
            </a:endParaRPr>
          </a:p>
          <a:p>
            <a:pPr marL="1371600" lvl="4" indent="-228600" algn="l">
              <a:lnSpc>
                <a:spcPct val="100000"/>
              </a:lnSpc>
              <a:spcBef>
                <a:spcPts val="349"/>
              </a:spcBef>
              <a:buClr>
                <a:srgbClr val="DA1F28"/>
              </a:buClr>
              <a:buFont typeface="Wingdings 2" charset="2"/>
              <a:buChar char=""/>
            </a:pPr>
            <a:r>
              <a:rPr lang="en-US" sz="1800" b="0" u="none" strike="noStrike">
                <a:solidFill>
                  <a:schemeClr val="lt1"/>
                </a:solidFill>
                <a:effectLst/>
                <a:uFillTx/>
                <a:latin typeface="Lucida Sans Unicode"/>
              </a:rPr>
              <a:t>Fifth level</a:t>
            </a:r>
            <a:endParaRPr lang="en-US" sz="1800" b="0" u="none" strike="noStrike">
              <a:solidFill>
                <a:schemeClr val="lt1"/>
              </a:solidFill>
              <a:effectLst/>
              <a:uFillTx/>
              <a:latin typeface="Lucida Sans Unicode"/>
            </a:endParaRPr>
          </a:p>
        </p:txBody>
      </p:sp>
      <p:sp>
        <p:nvSpPr>
          <p:cNvPr id="68" name="PlaceHolder 3"/>
          <p:cNvSpPr>
            <a:spLocks noGrp="1"/>
          </p:cNvSpPr>
          <p:nvPr>
            <p:ph type="dt" idx="19"/>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lt1"/>
                </a:solidFill>
                <a:effectLst/>
                <a:uFillTx/>
                <a:latin typeface="Lucida Sans Unicode"/>
              </a:defRPr>
            </a:lvl1pPr>
          </a:lstStyle>
          <a:p>
            <a:pPr indent="0" algn="l" defTabSz="914400">
              <a:lnSpc>
                <a:spcPct val="100000"/>
              </a:lnSpc>
              <a:buNone/>
            </a:pPr>
            <a:r>
              <a:rPr lang="en-GB" sz="1000" b="0" u="none" strike="noStrike">
                <a:solidFill>
                  <a:schemeClr val="lt1"/>
                </a:solidFill>
                <a:effectLst/>
                <a:uFillTx/>
                <a:latin typeface="Lucida Sans Unicode"/>
              </a:rPr>
              <a:t>&lt;date/time&gt;</a:t>
            </a:r>
            <a:endParaRPr lang="en-US" sz="1000" b="0" u="none" strike="noStrike">
              <a:solidFill>
                <a:srgbClr val="FFFFFF"/>
              </a:solidFill>
              <a:effectLst/>
              <a:uFillTx/>
              <a:latin typeface="Times New Roman"/>
            </a:endParaRPr>
          </a:p>
        </p:txBody>
      </p:sp>
      <p:sp>
        <p:nvSpPr>
          <p:cNvPr id="69" name="PlaceHolder 4"/>
          <p:cNvSpPr>
            <a:spLocks noGrp="1"/>
          </p:cNvSpPr>
          <p:nvPr>
            <p:ph type="ftr" idx="20"/>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70" name="PlaceHolder 5"/>
          <p:cNvSpPr>
            <a:spLocks noGrp="1"/>
          </p:cNvSpPr>
          <p:nvPr>
            <p:ph type="sldNum" idx="21"/>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lt1"/>
                </a:solidFill>
                <a:effectLst/>
                <a:uFillTx/>
                <a:latin typeface="Lucida Sans Unicode"/>
              </a:defRPr>
            </a:lvl1pPr>
          </a:lstStyle>
          <a:p>
            <a:pPr indent="0" algn="r" defTabSz="914400">
              <a:lnSpc>
                <a:spcPct val="100000"/>
              </a:lnSpc>
              <a:buNone/>
            </a:pPr>
            <a:fld id="{988825B5-38F1-4FBF-9EBA-03CF552F9DEC}" type="slidenum">
              <a:rPr lang="en-GB" sz="1000" b="0" u="none" strike="noStrike">
                <a:solidFill>
                  <a:schemeClr val="lt1"/>
                </a:solidFill>
                <a:effectLst/>
                <a:uFillTx/>
                <a:latin typeface="Lucida Sans Unicode"/>
              </a:rPr>
              <a:t>&lt;number&gt;</a:t>
            </a:fld>
            <a:endParaRPr lang="en-US" sz="1000" b="0" u="none" strike="noStrike">
              <a:solidFill>
                <a:srgbClr val="FFFFFF"/>
              </a:solidFill>
              <a:effectLst/>
              <a:uFillTx/>
              <a:latin typeface="Times New Roman"/>
            </a:endParaRPr>
          </a:p>
        </p:txBody>
      </p:sp>
      <p:sp>
        <p:nvSpPr>
          <p:cNvPr id="71" name="PlaceHolder 6"/>
          <p:cNvSpPr>
            <a:spLocks noGrp="1"/>
          </p:cNvSpPr>
          <p:nvPr>
            <p:ph type="title"/>
          </p:nvPr>
        </p:nvSpPr>
        <p:spPr>
          <a:xfrm>
            <a:off x="457200" y="274680"/>
            <a:ext cx="8229240" cy="1142640"/>
          </a:xfrm>
          <a:prstGeom prst="rect">
            <a:avLst/>
          </a:prstGeom>
          <a:noFill/>
          <a:ln w="0">
            <a:noFill/>
          </a:ln>
        </p:spPr>
        <p:txBody>
          <a:bodyPr lIns="90000" tIns="45000" rIns="90000" bIns="45000" anchor="ctr">
            <a:noAutofit/>
          </a:bodyPr>
          <a:lstStyle>
            <a:lvl1pPr indent="0" algn="l">
              <a:lnSpc>
                <a:spcPct val="100000"/>
              </a:lnSpc>
              <a:buNone/>
              <a:defRPr lang="en-US" sz="4100" b="1" u="none" strike="noStrike">
                <a:solidFill>
                  <a:schemeClr val="lt2"/>
                </a:solidFill>
                <a:effectLst/>
                <a:uFillTx/>
                <a:latin typeface="Lucida Sans Unicode"/>
              </a:defRPr>
            </a:lvl1pPr>
          </a:lstStyle>
          <a:p>
            <a:pPr indent="0" algn="l">
              <a:lnSpc>
                <a:spcPct val="100000"/>
              </a:lnSpc>
              <a:buNone/>
            </a:pPr>
            <a:r>
              <a:rPr lang="en-US" sz="4100" b="1" u="none" strike="noStrike">
                <a:solidFill>
                  <a:schemeClr val="lt2"/>
                </a:solidFill>
                <a:effectLst/>
                <a:uFillTx/>
                <a:latin typeface="Lucida Sans Unicode"/>
              </a:rPr>
              <a:t>Click to edit Master title style</a:t>
            </a:r>
            <a:endParaRPr lang="en-US" sz="4100" b="1" u="none" strike="noStrike">
              <a:solidFill>
                <a:schemeClr val="lt2"/>
              </a:solidFill>
              <a:effectLst/>
              <a:uFillTx/>
              <a:latin typeface="Lucida Sans Unicode"/>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50000" sy="50000" algn="tl"/>
        </a:blipFill>
      </p:bgPr>
    </p:bg>
    <p:spTree>
      <p:nvGrpSpPr>
        <p:cNvPr id="1" name=""/>
        <p:cNvGrpSpPr/>
        <p:nvPr/>
      </p:nvGrpSpPr>
      <p:grpSpPr>
        <a:xfrm>
          <a:off x="0" y="0"/>
          <a:ext cx="0" cy="0"/>
          <a:chOff x="0" y="0"/>
          <a:chExt cx="0" cy="0"/>
        </a:xfrm>
      </p:grpSpPr>
      <p:sp>
        <p:nvSpPr>
          <p:cNvPr id="72" name="Freeform 12" hidden="1"/>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73" name="Freeform 11" hidden="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74" name="Right Triangle 13" hidden="1"/>
          <p:cNvSpPr/>
          <p:nvPr/>
        </p:nvSpPr>
        <p:spPr>
          <a:xfrm>
            <a:off x="-6120" y="5791320"/>
            <a:ext cx="3402000" cy="1080360"/>
          </a:xfrm>
          <a:prstGeom prst="rtTriangle">
            <a:avLst/>
          </a:prstGeom>
          <a:blipFill rotWithShape="0">
            <a:blip r:embed="rId3">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75" name="Straight Connector 14"/>
          <p:cNvCxnSpPr/>
          <p:nvPr/>
        </p:nvCxnSpPr>
        <p:spPr>
          <a:xfrm>
            <a:off x="-9000" y="5787720"/>
            <a:ext cx="3405600" cy="1084680"/>
          </a:xfrm>
          <a:prstGeom prst="straightConnector1">
            <a:avLst/>
          </a:prstGeom>
          <a:ln w="12065">
            <a:solidFill>
              <a:srgbClr val="196F85"/>
            </a:solidFill>
            <a:miter/>
          </a:ln>
        </p:spPr>
      </p:cxnSp>
      <p:sp>
        <p:nvSpPr>
          <p:cNvPr id="76" name="PlaceHolder 1"/>
          <p:cNvSpPr>
            <a:spLocks noGrp="1"/>
          </p:cNvSpPr>
          <p:nvPr>
            <p:ph type="title"/>
          </p:nvPr>
        </p:nvSpPr>
        <p:spPr>
          <a:xfrm>
            <a:off x="457200" y="272880"/>
            <a:ext cx="8229240" cy="1142640"/>
          </a:xfrm>
          <a:prstGeom prst="rect">
            <a:avLst/>
          </a:prstGeom>
          <a:noFill/>
          <a:ln w="0">
            <a:noFill/>
          </a:ln>
        </p:spPr>
        <p:txBody>
          <a:bodyPr lIns="90000" tIns="45000" rIns="90000" bIns="45000" anchor="ctr">
            <a:noAutofit/>
          </a:bodyPr>
          <a:lstStyle>
            <a:lvl1pPr indent="0" algn="l">
              <a:lnSpc>
                <a:spcPct val="100000"/>
              </a:lnSpc>
              <a:buNone/>
              <a:defRPr lang="en-US" sz="4100" b="1" u="none" strike="noStrike">
                <a:solidFill>
                  <a:schemeClr val="dk2"/>
                </a:solidFill>
                <a:effectLst/>
                <a:uFillTx/>
                <a:latin typeface="Lucida Sans Unicode"/>
              </a:defRPr>
            </a:lvl1pPr>
          </a:lstStyle>
          <a:p>
            <a:pPr indent="0" algn="l">
              <a:lnSpc>
                <a:spcPct val="100000"/>
              </a:lnSpc>
              <a:buNone/>
            </a:pPr>
            <a:r>
              <a:rPr lang="en-US" sz="4100" b="1" u="none" strike="noStrike">
                <a:solidFill>
                  <a:schemeClr val="dk2"/>
                </a:solidFill>
                <a:effectLst/>
                <a:uFillTx/>
                <a:latin typeface="Lucida Sans Unicode"/>
              </a:rPr>
              <a:t>Click to edit Master title style</a:t>
            </a:r>
            <a:endParaRPr lang="en-US" sz="4100" b="1" u="none" strike="noStrike">
              <a:solidFill>
                <a:schemeClr val="dk2"/>
              </a:solidFill>
              <a:effectLst/>
              <a:uFillTx/>
              <a:latin typeface="Lucida Sans Unicode"/>
            </a:endParaRPr>
          </a:p>
        </p:txBody>
      </p:sp>
      <p:sp>
        <p:nvSpPr>
          <p:cNvPr id="77" name="PlaceHolder 2"/>
          <p:cNvSpPr>
            <a:spLocks noGrp="1"/>
          </p:cNvSpPr>
          <p:nvPr>
            <p:ph type="body"/>
          </p:nvPr>
        </p:nvSpPr>
        <p:spPr>
          <a:xfrm>
            <a:off x="457200" y="5410080"/>
            <a:ext cx="4039920" cy="761760"/>
          </a:xfrm>
          <a:prstGeom prst="rect">
            <a:avLst/>
          </a:prstGeom>
          <a:solidFill>
            <a:schemeClr val="accent1"/>
          </a:solidFill>
          <a:ln w="9720">
            <a:solidFill>
              <a:schemeClr val="accent1"/>
            </a:solidFill>
            <a:miter/>
          </a:ln>
        </p:spPr>
        <p:txBody>
          <a:bodyPr lIns="182880" tIns="45000" rIns="90000" bIns="45000" anchor="ctr">
            <a:noAutofit/>
          </a:bodyPr>
          <a:lstStyle>
            <a:lvl1pPr indent="0" algn="l">
              <a:lnSpc>
                <a:spcPct val="100000"/>
              </a:lnSpc>
              <a:spcBef>
                <a:spcPts val="400"/>
              </a:spcBef>
              <a:buNone/>
              <a:tabLst>
                <a:tab pos="0" algn="l"/>
              </a:tabLst>
              <a:defRPr lang="en-US" sz="2400" b="0" u="none" strike="noStrike">
                <a:solidFill>
                  <a:schemeClr val="lt1"/>
                </a:solidFill>
                <a:effectLst/>
                <a:uFillTx/>
                <a:latin typeface="Lucida Sans Unicode"/>
              </a:defRPr>
            </a:lvl1pPr>
          </a:lstStyle>
          <a:p>
            <a:pPr indent="0" algn="l">
              <a:lnSpc>
                <a:spcPct val="100000"/>
              </a:lnSpc>
              <a:spcBef>
                <a:spcPts val="400"/>
              </a:spcBef>
              <a:buNone/>
              <a:tabLst>
                <a:tab pos="0" algn="l"/>
              </a:tabLst>
            </a:pPr>
            <a:r>
              <a:rPr lang="en-US" sz="2400" b="0" u="none" strike="noStrike">
                <a:solidFill>
                  <a:schemeClr val="lt1"/>
                </a:solidFill>
                <a:effectLst/>
                <a:uFillTx/>
                <a:latin typeface="Lucida Sans Unicode"/>
              </a:rPr>
              <a:t>Click to edit Master text styles</a:t>
            </a:r>
            <a:endParaRPr lang="en-US" sz="2400" b="0" u="none" strike="noStrike">
              <a:solidFill>
                <a:schemeClr val="dk1"/>
              </a:solidFill>
              <a:effectLst/>
              <a:uFillTx/>
              <a:latin typeface="Lucida Sans Unicode"/>
            </a:endParaRPr>
          </a:p>
        </p:txBody>
      </p:sp>
      <p:sp>
        <p:nvSpPr>
          <p:cNvPr id="78" name="PlaceHolder 3"/>
          <p:cNvSpPr>
            <a:spLocks noGrp="1"/>
          </p:cNvSpPr>
          <p:nvPr>
            <p:ph type="body"/>
          </p:nvPr>
        </p:nvSpPr>
        <p:spPr>
          <a:xfrm>
            <a:off x="4645080" y="5410080"/>
            <a:ext cx="4041360" cy="761760"/>
          </a:xfrm>
          <a:prstGeom prst="rect">
            <a:avLst/>
          </a:prstGeom>
          <a:solidFill>
            <a:schemeClr val="accent1"/>
          </a:solidFill>
          <a:ln w="9720">
            <a:solidFill>
              <a:schemeClr val="accent1"/>
            </a:solidFill>
            <a:miter/>
          </a:ln>
        </p:spPr>
        <p:txBody>
          <a:bodyPr lIns="182880" tIns="45000" rIns="90000" bIns="45000" anchor="ctr">
            <a:noAutofit/>
          </a:bodyPr>
          <a:lstStyle>
            <a:lvl1pPr indent="0" algn="l">
              <a:lnSpc>
                <a:spcPct val="100000"/>
              </a:lnSpc>
              <a:spcBef>
                <a:spcPts val="400"/>
              </a:spcBef>
              <a:buNone/>
              <a:tabLst>
                <a:tab pos="0" algn="l"/>
              </a:tabLst>
              <a:defRPr lang="en-US" sz="2400" b="0" u="none" strike="noStrike">
                <a:solidFill>
                  <a:schemeClr val="lt1"/>
                </a:solidFill>
                <a:effectLst/>
                <a:uFillTx/>
                <a:latin typeface="Lucida Sans Unicode"/>
              </a:defRPr>
            </a:lvl1pPr>
          </a:lstStyle>
          <a:p>
            <a:pPr indent="0" algn="l">
              <a:lnSpc>
                <a:spcPct val="100000"/>
              </a:lnSpc>
              <a:spcBef>
                <a:spcPts val="400"/>
              </a:spcBef>
              <a:buNone/>
              <a:tabLst>
                <a:tab pos="0" algn="l"/>
              </a:tabLst>
            </a:pPr>
            <a:r>
              <a:rPr lang="en-US" sz="2400" b="0" u="none" strike="noStrike">
                <a:solidFill>
                  <a:schemeClr val="lt1"/>
                </a:solidFill>
                <a:effectLst/>
                <a:uFillTx/>
                <a:latin typeface="Lucida Sans Unicode"/>
              </a:rPr>
              <a:t>Click to edit Master text styles</a:t>
            </a:r>
            <a:endParaRPr lang="en-US" sz="2400" b="0" u="none" strike="noStrike">
              <a:solidFill>
                <a:schemeClr val="dk1"/>
              </a:solidFill>
              <a:effectLst/>
              <a:uFillTx/>
              <a:latin typeface="Lucida Sans Unicode"/>
            </a:endParaRPr>
          </a:p>
        </p:txBody>
      </p:sp>
      <p:sp>
        <p:nvSpPr>
          <p:cNvPr id="79" name="PlaceHolder 4"/>
          <p:cNvSpPr>
            <a:spLocks noGrp="1"/>
          </p:cNvSpPr>
          <p:nvPr>
            <p:ph type="body"/>
          </p:nvPr>
        </p:nvSpPr>
        <p:spPr>
          <a:xfrm>
            <a:off x="457200" y="1444320"/>
            <a:ext cx="4039920" cy="3941280"/>
          </a:xfrm>
          <a:prstGeom prst="rect">
            <a:avLst/>
          </a:prstGeom>
          <a:noFill/>
          <a:ln w="0">
            <a:noFill/>
          </a:ln>
        </p:spPr>
        <p:txBody>
          <a:bodyPr lIns="90000" tIns="45000" rIns="90000" bIns="45000" anchor="t">
            <a:noAutofit/>
          </a:bodyPr>
          <a:lstStyle>
            <a:lvl1pPr algn="l">
              <a:lnSpc>
                <a:spcPct val="100000"/>
              </a:lnSpc>
              <a:spcBef>
                <a:spcPts val="400"/>
              </a:spcBef>
              <a:buClr>
                <a:srgbClr val="2DA2BF"/>
              </a:buClr>
              <a:buSzPct val="68000"/>
              <a:buFont typeface="Wingdings 3" charset="2"/>
              <a:buChar char=""/>
              <a:tabLst>
                <a:tab pos="0" algn="l"/>
              </a:tabLst>
              <a:defRPr lang="en-US" sz="24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tabLst>
                <a:tab pos="0" algn="l"/>
              </a:tabLst>
              <a:defRPr lang="en-US" sz="20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tabLst>
                <a:tab pos="0" algn="l"/>
              </a:tabLst>
              <a:defRPr lang="en-US" sz="18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tabLst>
                <a:tab pos="0" algn="l"/>
              </a:tabLst>
              <a:defRPr lang="en-US" sz="16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tabLst>
                <a:tab pos="0" algn="l"/>
              </a:tabLst>
              <a:defRPr lang="en-US" sz="1600" b="0" u="none" strike="noStrike">
                <a:solidFill>
                  <a:schemeClr val="dk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tabLst>
                <a:tab pos="0" algn="l"/>
              </a:tabLst>
            </a:pPr>
            <a:r>
              <a:rPr lang="en-US" sz="2400" b="0" u="none" strike="noStrike">
                <a:solidFill>
                  <a:schemeClr val="dk1"/>
                </a:solidFill>
                <a:effectLst/>
                <a:uFillTx/>
                <a:latin typeface="Lucida Sans Unicode"/>
              </a:rPr>
              <a:t>Click to edit Master text styles</a:t>
            </a:r>
            <a:endParaRPr lang="en-US" sz="24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tabLst>
                <a:tab pos="0" algn="l"/>
              </a:tabLst>
            </a:pPr>
            <a:r>
              <a:rPr lang="en-US" sz="2000" b="0" u="none" strike="noStrike">
                <a:solidFill>
                  <a:schemeClr val="dk1"/>
                </a:solidFill>
                <a:effectLst/>
                <a:uFillTx/>
                <a:latin typeface="Lucida Sans Unicode"/>
              </a:rPr>
              <a:t>Second level</a:t>
            </a:r>
            <a:endParaRPr lang="en-US" sz="20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tabLst>
                <a:tab pos="0" algn="l"/>
              </a:tabLst>
            </a:pPr>
            <a:r>
              <a:rPr lang="en-US" sz="1800" b="0" u="none" strike="noStrike">
                <a:solidFill>
                  <a:schemeClr val="dk1"/>
                </a:solidFill>
                <a:effectLst/>
                <a:uFillTx/>
                <a:latin typeface="Lucida Sans Unicode"/>
              </a:rPr>
              <a:t>Third level</a:t>
            </a:r>
            <a:endParaRPr lang="en-US" sz="18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tabLst>
                <a:tab pos="0" algn="l"/>
              </a:tabLst>
            </a:pPr>
            <a:r>
              <a:rPr lang="en-US" sz="1600" b="0" u="none" strike="noStrike">
                <a:solidFill>
                  <a:schemeClr val="dk1"/>
                </a:solidFill>
                <a:effectLst/>
                <a:uFillTx/>
                <a:latin typeface="Lucida Sans Unicode"/>
              </a:rPr>
              <a:t>Fourth level</a:t>
            </a:r>
            <a:endParaRPr lang="en-US" sz="16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tabLst>
                <a:tab pos="0" algn="l"/>
              </a:tabLst>
            </a:pPr>
            <a:r>
              <a:rPr lang="en-US" sz="1600" b="0" u="none" strike="noStrike">
                <a:solidFill>
                  <a:schemeClr val="dk1"/>
                </a:solidFill>
                <a:effectLst/>
                <a:uFillTx/>
                <a:latin typeface="Lucida Sans Unicode"/>
              </a:rPr>
              <a:t>Fifth level</a:t>
            </a:r>
            <a:endParaRPr lang="en-US" sz="1600" b="0" u="none" strike="noStrike">
              <a:solidFill>
                <a:schemeClr val="dk1"/>
              </a:solidFill>
              <a:effectLst/>
              <a:uFillTx/>
              <a:latin typeface="Lucida Sans Unicode"/>
            </a:endParaRPr>
          </a:p>
        </p:txBody>
      </p:sp>
      <p:sp>
        <p:nvSpPr>
          <p:cNvPr id="80" name="PlaceHolder 5"/>
          <p:cNvSpPr>
            <a:spLocks noGrp="1"/>
          </p:cNvSpPr>
          <p:nvPr>
            <p:ph type="body"/>
          </p:nvPr>
        </p:nvSpPr>
        <p:spPr>
          <a:xfrm>
            <a:off x="4645080" y="1444320"/>
            <a:ext cx="4041360" cy="3941280"/>
          </a:xfrm>
          <a:prstGeom prst="rect">
            <a:avLst/>
          </a:prstGeom>
          <a:noFill/>
          <a:ln w="0">
            <a:noFill/>
          </a:ln>
        </p:spPr>
        <p:txBody>
          <a:bodyPr lIns="90000" tIns="45000" rIns="90000" bIns="45000" anchor="t">
            <a:noAutofit/>
          </a:bodyPr>
          <a:lstStyle>
            <a:lvl1pPr algn="l">
              <a:lnSpc>
                <a:spcPct val="100000"/>
              </a:lnSpc>
              <a:buClr>
                <a:srgbClr val="2DA2BF"/>
              </a:buClr>
              <a:buSzPct val="68000"/>
              <a:buFont typeface="Wingdings 3" charset="2"/>
              <a:buChar char=""/>
              <a:tabLst>
                <a:tab pos="0" algn="l"/>
              </a:tabLst>
              <a:defRPr lang="en-US" sz="24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tabLst>
                <a:tab pos="0" algn="l"/>
              </a:tabLst>
              <a:defRPr lang="en-US" sz="20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tabLst>
                <a:tab pos="0" algn="l"/>
              </a:tabLst>
              <a:defRPr lang="en-US" sz="18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tabLst>
                <a:tab pos="0" algn="l"/>
              </a:tabLst>
              <a:defRPr lang="en-US" sz="16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tabLst>
                <a:tab pos="0" algn="l"/>
              </a:tabLst>
              <a:defRPr lang="en-US" sz="1600" b="0" u="none" strike="noStrike">
                <a:solidFill>
                  <a:schemeClr val="dk1"/>
                </a:solidFill>
                <a:effectLst/>
                <a:uFillTx/>
                <a:latin typeface="Lucida Sans Unicode"/>
              </a:defRPr>
            </a:lvl5pPr>
          </a:lstStyle>
          <a:p>
            <a:pPr marL="365760" indent="-255960" algn="l">
              <a:lnSpc>
                <a:spcPct val="100000"/>
              </a:lnSpc>
              <a:buClr>
                <a:srgbClr val="2DA2BF"/>
              </a:buClr>
              <a:buSzPct val="68000"/>
              <a:buFont typeface="Wingdings 3" charset="2"/>
              <a:buChar char=""/>
              <a:tabLst>
                <a:tab pos="0" algn="l"/>
              </a:tabLst>
            </a:pPr>
            <a:r>
              <a:rPr lang="en-US" sz="2400" b="0" u="none" strike="noStrike">
                <a:solidFill>
                  <a:schemeClr val="dk1"/>
                </a:solidFill>
                <a:effectLst/>
                <a:uFillTx/>
                <a:latin typeface="Lucida Sans Unicode"/>
              </a:rPr>
              <a:t>Click to edit Master text styles</a:t>
            </a:r>
            <a:endParaRPr lang="en-US" sz="24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tabLst>
                <a:tab pos="0" algn="l"/>
              </a:tabLst>
            </a:pPr>
            <a:r>
              <a:rPr lang="en-US" sz="2000" b="0" u="none" strike="noStrike">
                <a:solidFill>
                  <a:schemeClr val="dk1"/>
                </a:solidFill>
                <a:effectLst/>
                <a:uFillTx/>
                <a:latin typeface="Lucida Sans Unicode"/>
              </a:rPr>
              <a:t>Second level</a:t>
            </a:r>
            <a:endParaRPr lang="en-US" sz="20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tabLst>
                <a:tab pos="0" algn="l"/>
              </a:tabLst>
            </a:pPr>
            <a:r>
              <a:rPr lang="en-US" sz="1800" b="0" u="none" strike="noStrike">
                <a:solidFill>
                  <a:schemeClr val="dk1"/>
                </a:solidFill>
                <a:effectLst/>
                <a:uFillTx/>
                <a:latin typeface="Lucida Sans Unicode"/>
              </a:rPr>
              <a:t>Third level</a:t>
            </a:r>
            <a:endParaRPr lang="en-US" sz="18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tabLst>
                <a:tab pos="0" algn="l"/>
              </a:tabLst>
            </a:pPr>
            <a:r>
              <a:rPr lang="en-US" sz="1600" b="0" u="none" strike="noStrike">
                <a:solidFill>
                  <a:schemeClr val="dk1"/>
                </a:solidFill>
                <a:effectLst/>
                <a:uFillTx/>
                <a:latin typeface="Lucida Sans Unicode"/>
              </a:rPr>
              <a:t>Fourth level</a:t>
            </a:r>
            <a:endParaRPr lang="en-US" sz="16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tabLst>
                <a:tab pos="0" algn="l"/>
              </a:tabLst>
            </a:pPr>
            <a:r>
              <a:rPr lang="en-US" sz="1600" b="0" u="none" strike="noStrike">
                <a:solidFill>
                  <a:schemeClr val="dk1"/>
                </a:solidFill>
                <a:effectLst/>
                <a:uFillTx/>
                <a:latin typeface="Lucida Sans Unicode"/>
              </a:rPr>
              <a:t>Fifth level</a:t>
            </a:r>
            <a:endParaRPr lang="en-US" sz="1600" b="0" u="none" strike="noStrike">
              <a:solidFill>
                <a:schemeClr val="dk1"/>
              </a:solidFill>
              <a:effectLst/>
              <a:uFillTx/>
              <a:latin typeface="Lucida Sans Unicode"/>
            </a:endParaRPr>
          </a:p>
        </p:txBody>
      </p:sp>
      <p:sp>
        <p:nvSpPr>
          <p:cNvPr id="81" name="PlaceHolder 6"/>
          <p:cNvSpPr>
            <a:spLocks noGrp="1"/>
          </p:cNvSpPr>
          <p:nvPr>
            <p:ph type="dt" idx="22"/>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&lt;date/time&gt;</a:t>
            </a:r>
            <a:endParaRPr lang="en-US" sz="1000" b="0" u="none" strike="noStrike">
              <a:solidFill>
                <a:srgbClr val="000000"/>
              </a:solidFill>
              <a:effectLst/>
              <a:uFillTx/>
              <a:latin typeface="Times New Roman"/>
            </a:endParaRPr>
          </a:p>
        </p:txBody>
      </p:sp>
      <p:sp>
        <p:nvSpPr>
          <p:cNvPr id="82" name="PlaceHolder 7"/>
          <p:cNvSpPr>
            <a:spLocks noGrp="1"/>
          </p:cNvSpPr>
          <p:nvPr>
            <p:ph type="ftr" idx="23"/>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3" name="PlaceHolder 8"/>
          <p:cNvSpPr>
            <a:spLocks noGrp="1"/>
          </p:cNvSpPr>
          <p:nvPr>
            <p:ph type="sldNum" idx="24"/>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E72E71DC-714E-4971-ADF7-AE686D15276D}" type="slidenum">
              <a:rPr lang="en-GB" sz="1000" b="0" u="none" strike="noStrike">
                <a:solidFill>
                  <a:schemeClr val="dk1"/>
                </a:solidFill>
                <a:effectLst/>
                <a:uFillTx/>
                <a:latin typeface="Lucida Sans Unicode"/>
              </a:rPr>
              <a:t>&lt;number&gt;</a:t>
            </a:fld>
            <a:endParaRPr lang="en-US" sz="10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B4B4B4"/>
            </a:gs>
            <a:gs pos="40000">
              <a:srgbClr val="A1A1A1"/>
            </a:gs>
            <a:gs pos="100000">
              <a:srgbClr val="000000"/>
            </a:gs>
          </a:gsLst>
          <a:path path="circle">
            <a:fillToRect l="82000" t="1000" r="18000" b="99000"/>
          </a:path>
        </a:gradFill>
      </p:bgPr>
    </p:bg>
    <p:spTree>
      <p:nvGrpSpPr>
        <p:cNvPr id="1" name=""/>
        <p:cNvGrpSpPr/>
        <p:nvPr/>
      </p:nvGrpSpPr>
      <p:grpSpPr>
        <a:xfrm>
          <a:off x="0" y="0"/>
          <a:ext cx="0" cy="0"/>
          <a:chOff x="0" y="0"/>
          <a:chExt cx="0" cy="0"/>
        </a:xfrm>
      </p:grpSpPr>
      <p:sp>
        <p:nvSpPr>
          <p:cNvPr id="84"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85"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86"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87" name="Straight Connector 14"/>
          <p:cNvCxnSpPr/>
          <p:nvPr/>
        </p:nvCxnSpPr>
        <p:spPr>
          <a:xfrm>
            <a:off x="-9000" y="5787720"/>
            <a:ext cx="3405600" cy="1084680"/>
          </a:xfrm>
          <a:prstGeom prst="straightConnector1">
            <a:avLst/>
          </a:prstGeom>
          <a:ln w="12065">
            <a:solidFill>
              <a:srgbClr val="196F85"/>
            </a:solidFill>
            <a:miter/>
          </a:ln>
        </p:spPr>
      </p:cxnSp>
      <p:sp>
        <p:nvSpPr>
          <p:cNvPr id="88" name="PlaceHolder 1"/>
          <p:cNvSpPr>
            <a:spLocks noGrp="1"/>
          </p:cNvSpPr>
          <p:nvPr>
            <p:ph type="dt" idx="25"/>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lt1"/>
                </a:solidFill>
                <a:effectLst/>
                <a:uFillTx/>
                <a:latin typeface="Lucida Sans Unicode"/>
              </a:defRPr>
            </a:lvl1pPr>
          </a:lstStyle>
          <a:p>
            <a:pPr indent="0" algn="l" defTabSz="914400">
              <a:lnSpc>
                <a:spcPct val="100000"/>
              </a:lnSpc>
              <a:buNone/>
            </a:pPr>
            <a:r>
              <a:rPr lang="en-GB" sz="1000" b="0" u="none" strike="noStrike">
                <a:solidFill>
                  <a:schemeClr val="lt1"/>
                </a:solidFill>
                <a:effectLst/>
                <a:uFillTx/>
                <a:latin typeface="Lucida Sans Unicode"/>
              </a:rPr>
              <a:t>&lt;date/time&gt;</a:t>
            </a:r>
            <a:endParaRPr lang="en-US" sz="1000" b="0" u="none" strike="noStrike">
              <a:solidFill>
                <a:srgbClr val="FFFFFF"/>
              </a:solidFill>
              <a:effectLst/>
              <a:uFillTx/>
              <a:latin typeface="Times New Roman"/>
            </a:endParaRPr>
          </a:p>
        </p:txBody>
      </p:sp>
      <p:sp>
        <p:nvSpPr>
          <p:cNvPr id="89" name="PlaceHolder 2"/>
          <p:cNvSpPr>
            <a:spLocks noGrp="1"/>
          </p:cNvSpPr>
          <p:nvPr>
            <p:ph type="ftr" idx="26"/>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90" name="PlaceHolder 3"/>
          <p:cNvSpPr>
            <a:spLocks noGrp="1"/>
          </p:cNvSpPr>
          <p:nvPr>
            <p:ph type="sldNum" idx="27"/>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lt1"/>
                </a:solidFill>
                <a:effectLst/>
                <a:uFillTx/>
                <a:latin typeface="Lucida Sans Unicode"/>
              </a:defRPr>
            </a:lvl1pPr>
          </a:lstStyle>
          <a:p>
            <a:pPr indent="0" algn="r" defTabSz="914400">
              <a:lnSpc>
                <a:spcPct val="100000"/>
              </a:lnSpc>
              <a:buNone/>
            </a:pPr>
            <a:fld id="{02133EC3-09FD-4DAF-B1A6-D6FE85F6BF3E}" type="slidenum">
              <a:rPr lang="en-GB" sz="1000" b="0" u="none" strike="noStrike">
                <a:solidFill>
                  <a:schemeClr val="lt1"/>
                </a:solidFill>
                <a:effectLst/>
                <a:uFillTx/>
                <a:latin typeface="Lucida Sans Unicode"/>
              </a:rPr>
              <a:t>&lt;number&gt;</a:t>
            </a:fld>
            <a:endParaRPr lang="en-US" sz="1000" b="0" u="none" strike="noStrike">
              <a:solidFill>
                <a:srgbClr val="FFFFFF"/>
              </a:solidFill>
              <a:effectLst/>
              <a:uFillTx/>
              <a:latin typeface="Times New Roman"/>
            </a:endParaRPr>
          </a:p>
        </p:txBody>
      </p:sp>
      <p:sp>
        <p:nvSpPr>
          <p:cNvPr id="91" name="PlaceHolder 4"/>
          <p:cNvSpPr>
            <a:spLocks noGrp="1"/>
          </p:cNvSpPr>
          <p:nvPr>
            <p:ph type="title"/>
          </p:nvPr>
        </p:nvSpPr>
        <p:spPr>
          <a:xfrm>
            <a:off x="457200" y="274680"/>
            <a:ext cx="8229240" cy="1142640"/>
          </a:xfrm>
          <a:prstGeom prst="rect">
            <a:avLst/>
          </a:prstGeom>
          <a:noFill/>
          <a:ln w="0">
            <a:noFill/>
          </a:ln>
        </p:spPr>
        <p:txBody>
          <a:bodyPr lIns="90000" tIns="45000" rIns="90000" bIns="45000" anchor="ctr">
            <a:noAutofit/>
          </a:bodyPr>
          <a:lstStyle>
            <a:lvl1pPr indent="0" algn="l">
              <a:lnSpc>
                <a:spcPct val="100000"/>
              </a:lnSpc>
              <a:buNone/>
              <a:defRPr lang="en-US" sz="4100" b="1" u="none" strike="noStrike">
                <a:solidFill>
                  <a:schemeClr val="lt2"/>
                </a:solidFill>
                <a:effectLst/>
                <a:uFillTx/>
                <a:latin typeface="Lucida Sans Unicode"/>
              </a:defRPr>
            </a:lvl1pPr>
          </a:lstStyle>
          <a:p>
            <a:pPr indent="0" algn="l">
              <a:lnSpc>
                <a:spcPct val="100000"/>
              </a:lnSpc>
              <a:buNone/>
            </a:pPr>
            <a:r>
              <a:rPr lang="en-US" sz="4100" b="1" u="none" strike="noStrike">
                <a:solidFill>
                  <a:schemeClr val="lt2"/>
                </a:solidFill>
                <a:effectLst/>
                <a:uFillTx/>
                <a:latin typeface="Lucida Sans Unicode"/>
              </a:rPr>
              <a:t>Click to edit Master title style</a:t>
            </a:r>
            <a:endParaRPr lang="en-US" sz="4100" b="1" u="none" strike="noStrike">
              <a:solidFill>
                <a:schemeClr val="lt2"/>
              </a:solidFill>
              <a:effectLst/>
              <a:uFillTx/>
              <a:latin typeface="Lucida Sans Unicode"/>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92" name="Freeform 12"/>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93" name="Freeform 1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94" name="Right Triangle 13"/>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95" name="Straight Connector 14"/>
          <p:cNvCxnSpPr/>
          <p:nvPr/>
        </p:nvCxnSpPr>
        <p:spPr>
          <a:xfrm>
            <a:off x="-9000" y="5787720"/>
            <a:ext cx="3405600" cy="1084680"/>
          </a:xfrm>
          <a:prstGeom prst="straightConnector1">
            <a:avLst/>
          </a:prstGeom>
          <a:ln w="12065">
            <a:solidFill>
              <a:srgbClr val="196F85"/>
            </a:solidFill>
            <a:miter/>
          </a:ln>
        </p:spPr>
      </p:cxnSp>
      <p:sp>
        <p:nvSpPr>
          <p:cNvPr id="96" name="PlaceHolder 1"/>
          <p:cNvSpPr>
            <a:spLocks noGrp="1"/>
          </p:cNvSpPr>
          <p:nvPr>
            <p:ph type="dt" idx="28"/>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&lt;date/time&gt;</a:t>
            </a:r>
            <a:endParaRPr lang="en-US" sz="1000" b="0" u="none" strike="noStrike">
              <a:solidFill>
                <a:srgbClr val="000000"/>
              </a:solidFill>
              <a:effectLst/>
              <a:uFillTx/>
              <a:latin typeface="Times New Roman"/>
            </a:endParaRPr>
          </a:p>
        </p:txBody>
      </p:sp>
      <p:sp>
        <p:nvSpPr>
          <p:cNvPr id="97" name="PlaceHolder 2"/>
          <p:cNvSpPr>
            <a:spLocks noGrp="1"/>
          </p:cNvSpPr>
          <p:nvPr>
            <p:ph type="ftr" idx="29"/>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8" name="PlaceHolder 3"/>
          <p:cNvSpPr>
            <a:spLocks noGrp="1"/>
          </p:cNvSpPr>
          <p:nvPr>
            <p:ph type="sldNum" idx="30"/>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50D00759-B775-4D0A-A4AE-3D078F22FEE0}" type="slidenum">
              <a:rPr lang="en-GB" sz="1000" b="0" u="none" strike="noStrike">
                <a:solidFill>
                  <a:schemeClr val="dk1"/>
                </a:solidFill>
                <a:effectLst/>
                <a:uFillTx/>
                <a:latin typeface="Lucida Sans Unicode"/>
              </a:rPr>
              <a:t>&lt;number&gt;</a:t>
            </a:fld>
            <a:endParaRPr lang="en-US" sz="1000" b="0" u="none" strike="noStrike">
              <a:solidFill>
                <a:srgbClr val="000000"/>
              </a:solidFill>
              <a:effectLst/>
              <a:uFillTx/>
              <a:latin typeface="Times New Roman"/>
            </a:endParaRPr>
          </a:p>
        </p:txBody>
      </p:sp>
      <p:sp>
        <p:nvSpPr>
          <p:cNvPr id="99"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l">
              <a:buNone/>
              <a:defRPr lang="en-US" sz="4100" b="1" u="none" strike="noStrike">
                <a:solidFill>
                  <a:schemeClr val="dk2"/>
                </a:solidFill>
                <a:effectLst/>
                <a:uFillTx/>
                <a:latin typeface="Lucida Sans Unicode"/>
              </a:defRPr>
            </a:lvl1pPr>
          </a:lstStyle>
          <a:p>
            <a:pPr indent="0" algn="l">
              <a:buNone/>
            </a:pPr>
            <a:r>
              <a:rPr lang="en-US" sz="4100" b="1" u="none" strike="noStrike">
                <a:solidFill>
                  <a:schemeClr val="dk2"/>
                </a:solidFill>
                <a:effectLst/>
                <a:uFillTx/>
                <a:latin typeface="Lucida Sans Unicode"/>
              </a:rPr>
              <a:t>Click to edit the title text format</a:t>
            </a:r>
            <a:endParaRPr lang="en-US" sz="4100" b="1" u="none" strike="noStrike">
              <a:solidFill>
                <a:schemeClr val="dk2"/>
              </a:solidFill>
              <a:effectLst/>
              <a:uFillTx/>
              <a:latin typeface="Lucida Sans Unicode"/>
            </a:endParaRPr>
          </a:p>
        </p:txBody>
      </p:sp>
      <p:sp>
        <p:nvSpPr>
          <p:cNvPr id="100"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a:spcBef>
                <a:spcPts val="400"/>
              </a:spcBef>
              <a:buClr>
                <a:srgbClr val="2DA2BF"/>
              </a:buClr>
              <a:buSzPct val="68000"/>
              <a:buFont typeface="Wingdings 3" charset="2"/>
              <a:buChar char=""/>
              <a:defRPr lang="en-US" sz="2700" b="0" u="none" strike="noStrike">
                <a:solidFill>
                  <a:schemeClr val="dk1"/>
                </a:solidFill>
                <a:effectLst/>
                <a:uFillTx/>
                <a:latin typeface="Lucida Sans Unicode"/>
              </a:defRPr>
            </a:lvl1pPr>
            <a:lvl2pPr lvl="1" algn="l">
              <a:spcBef>
                <a:spcPts val="323"/>
              </a:spcBef>
              <a:buClr>
                <a:srgbClr val="000000"/>
              </a:buClr>
              <a:buSzPct val="75000"/>
              <a:buFont typeface="Symbol" charset="2"/>
              <a:buChar char=""/>
              <a:defRPr lang="en-US" sz="2300" b="0" u="none" strike="noStrike">
                <a:solidFill>
                  <a:schemeClr val="dk1"/>
                </a:solidFill>
                <a:effectLst/>
                <a:uFillTx/>
                <a:latin typeface="Lucida Sans Unicode"/>
              </a:defRPr>
            </a:lvl2pPr>
            <a:lvl3pPr lvl="2" algn="l">
              <a:spcBef>
                <a:spcPts val="349"/>
              </a:spcBef>
              <a:buClr>
                <a:srgbClr val="000000"/>
              </a:buClr>
              <a:buSzPct val="45000"/>
              <a:buFont typeface="Wingdings" charset="2"/>
              <a:buChar char=""/>
              <a:defRPr lang="en-US" sz="2100" b="0" u="none" strike="noStrike">
                <a:solidFill>
                  <a:schemeClr val="dk1"/>
                </a:solidFill>
                <a:effectLst/>
                <a:uFillTx/>
                <a:latin typeface="Lucida Sans Unicode"/>
              </a:defRPr>
            </a:lvl3pPr>
            <a:lvl4pPr lvl="3" algn="l">
              <a:spcBef>
                <a:spcPts val="349"/>
              </a:spcBef>
              <a:buClr>
                <a:srgbClr val="000000"/>
              </a:buClr>
              <a:buSzPct val="75000"/>
              <a:buFont typeface="Symbol" charset="2"/>
              <a:buChar char=""/>
              <a:defRPr lang="en-US" sz="1900" b="0" u="none" strike="noStrike">
                <a:solidFill>
                  <a:schemeClr val="dk1"/>
                </a:solidFill>
                <a:effectLst/>
                <a:uFillTx/>
                <a:latin typeface="Lucida Sans Unicode"/>
              </a:defRPr>
            </a:lvl4pPr>
            <a:lvl5pPr lvl="4" algn="l">
              <a:spcBef>
                <a:spcPts val="349"/>
              </a:spcBef>
              <a:buClr>
                <a:srgbClr val="000000"/>
              </a:buClr>
              <a:buSzPct val="45000"/>
              <a:buFont typeface="Wingdings" charset="2"/>
              <a:buChar char=""/>
              <a:defRPr lang="en-US" sz="1800" b="0" u="none" strike="noStrike">
                <a:solidFill>
                  <a:schemeClr val="dk1"/>
                </a:solidFill>
                <a:effectLst/>
                <a:uFillTx/>
                <a:latin typeface="Lucida Sans Unicode"/>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Lucida Sans Unicode"/>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Lucida Sans Unicode"/>
              </a:defRPr>
            </a:lvl7pPr>
          </a:lstStyle>
          <a:p>
            <a:pPr marL="365760" indent="-255960" algn="l">
              <a:spcBef>
                <a:spcPts val="400"/>
              </a:spcBef>
              <a:buClr>
                <a:srgbClr val="2DA2BF"/>
              </a:buClr>
              <a:buSzPct val="68000"/>
              <a:buFont typeface="Wingdings 3" charset="2"/>
              <a:buChar char=""/>
            </a:pPr>
            <a:r>
              <a:rPr lang="en-US" sz="2700" b="0" u="none" strike="noStrike">
                <a:solidFill>
                  <a:schemeClr val="dk1"/>
                </a:solidFill>
                <a:effectLst/>
                <a:uFillTx/>
                <a:latin typeface="Lucida Sans Unicode"/>
              </a:rPr>
              <a:t>Click to edit the outline text format</a:t>
            </a:r>
            <a:endParaRPr lang="en-US" sz="2700" b="0" u="none" strike="noStrike">
              <a:solidFill>
                <a:schemeClr val="dk1"/>
              </a:solidFill>
              <a:effectLst/>
              <a:uFillTx/>
              <a:latin typeface="Lucida Sans Unicode"/>
            </a:endParaRPr>
          </a:p>
          <a:p>
            <a:pPr marL="864000" lvl="1" indent="-324000" algn="l">
              <a:spcBef>
                <a:spcPts val="323"/>
              </a:spcBef>
              <a:buClr>
                <a:srgbClr val="000000"/>
              </a:buClr>
              <a:buSzPct val="75000"/>
              <a:buFont typeface="Symbol" charset="2"/>
              <a:buChar char=""/>
            </a:pPr>
            <a:r>
              <a:rPr lang="en-US" sz="2300" b="0" u="none" strike="noStrike">
                <a:solidFill>
                  <a:schemeClr val="dk1"/>
                </a:solidFill>
                <a:effectLst/>
                <a:uFillTx/>
                <a:latin typeface="Lucida Sans Unicode"/>
              </a:rPr>
              <a:t>Second Outline Level</a:t>
            </a:r>
            <a:endParaRPr lang="en-US" sz="2300" b="0" u="none" strike="noStrike">
              <a:solidFill>
                <a:schemeClr val="dk1"/>
              </a:solidFill>
              <a:effectLst/>
              <a:uFillTx/>
              <a:latin typeface="Lucida Sans Unicode"/>
            </a:endParaRPr>
          </a:p>
          <a:p>
            <a:pPr marL="1296000" lvl="2" indent="-288000" algn="l">
              <a:spcBef>
                <a:spcPts val="349"/>
              </a:spcBef>
              <a:buClr>
                <a:srgbClr val="000000"/>
              </a:buClr>
              <a:buSzPct val="45000"/>
              <a:buFont typeface="Wingdings" charset="2"/>
              <a:buChar char=""/>
            </a:pPr>
            <a:r>
              <a:rPr lang="en-US" sz="2100" b="0" u="none" strike="noStrike">
                <a:solidFill>
                  <a:schemeClr val="dk1"/>
                </a:solidFill>
                <a:effectLst/>
                <a:uFillTx/>
                <a:latin typeface="Lucida Sans Unicode"/>
              </a:rPr>
              <a:t>Third Outline Level</a:t>
            </a:r>
            <a:endParaRPr lang="en-US" sz="2100" b="0" u="none" strike="noStrike">
              <a:solidFill>
                <a:schemeClr val="dk1"/>
              </a:solidFill>
              <a:effectLst/>
              <a:uFillTx/>
              <a:latin typeface="Lucida Sans Unicode"/>
            </a:endParaRPr>
          </a:p>
          <a:p>
            <a:pPr marL="1728000" lvl="3" indent="-216000" algn="l">
              <a:spcBef>
                <a:spcPts val="349"/>
              </a:spcBef>
              <a:buClr>
                <a:srgbClr val="000000"/>
              </a:buClr>
              <a:buSzPct val="75000"/>
              <a:buFont typeface="Symbol" charset="2"/>
              <a:buChar char=""/>
            </a:pPr>
            <a:r>
              <a:rPr lang="en-US" sz="1900" b="0" u="none" strike="noStrike">
                <a:solidFill>
                  <a:schemeClr val="dk1"/>
                </a:solidFill>
                <a:effectLst/>
                <a:uFillTx/>
                <a:latin typeface="Lucida Sans Unicode"/>
              </a:rPr>
              <a:t>Fourth Outline Level</a:t>
            </a:r>
            <a:endParaRPr lang="en-US" sz="1900" b="0" u="none" strike="noStrike">
              <a:solidFill>
                <a:schemeClr val="dk1"/>
              </a:solidFill>
              <a:effectLst/>
              <a:uFillTx/>
              <a:latin typeface="Lucida Sans Unicode"/>
            </a:endParaRPr>
          </a:p>
          <a:p>
            <a:pPr marL="2160000" lvl="4" indent="-216000" algn="l">
              <a:spcBef>
                <a:spcPts val="349"/>
              </a:spcBef>
              <a:buClr>
                <a:srgbClr val="000000"/>
              </a:buClr>
              <a:buSzPct val="45000"/>
              <a:buFont typeface="Wingdings" charset="2"/>
              <a:buChar char=""/>
            </a:pPr>
            <a:r>
              <a:rPr lang="en-US" sz="1800" b="0" u="none" strike="noStrike">
                <a:solidFill>
                  <a:schemeClr val="dk1"/>
                </a:solidFill>
                <a:effectLst/>
                <a:uFillTx/>
                <a:latin typeface="Lucida Sans Unicode"/>
              </a:rPr>
              <a:t>Fifth Outline Level</a:t>
            </a:r>
            <a:endParaRPr lang="en-US" sz="1800" b="0" u="none" strike="noStrike">
              <a:solidFill>
                <a:schemeClr val="dk1"/>
              </a:solidFill>
              <a:effectLst/>
              <a:uFillTx/>
              <a:latin typeface="Lucida Sans Unicode"/>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Lucida Sans Unicode"/>
              </a:rPr>
              <a:t>Sixth Outline Level</a:t>
            </a:r>
            <a:endParaRPr lang="en-US" sz="2000" b="0" u="none" strike="noStrike">
              <a:solidFill>
                <a:schemeClr val="dk1"/>
              </a:solidFill>
              <a:effectLst/>
              <a:uFillTx/>
              <a:latin typeface="Lucida Sans Unicode"/>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Lucida Sans Unicode"/>
              </a:rPr>
              <a:t>Seventh Outline Level</a:t>
            </a:r>
            <a:endParaRPr lang="en-US" sz="2000" b="0" u="none" strike="noStrike">
              <a:solidFill>
                <a:schemeClr val="dk1"/>
              </a:solidFill>
              <a:effectLst/>
              <a:uFillTx/>
              <a:latin typeface="Lucida Sans Unicode"/>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50000" sy="50000" algn="tl"/>
        </a:blipFill>
      </p:bgPr>
    </p:bg>
    <p:spTree>
      <p:nvGrpSpPr>
        <p:cNvPr id="1" name=""/>
        <p:cNvGrpSpPr/>
        <p:nvPr/>
      </p:nvGrpSpPr>
      <p:grpSpPr>
        <a:xfrm>
          <a:off x="0" y="0"/>
          <a:ext cx="0" cy="0"/>
          <a:chOff x="0" y="0"/>
          <a:chExt cx="0" cy="0"/>
        </a:xfrm>
      </p:grpSpPr>
      <p:sp>
        <p:nvSpPr>
          <p:cNvPr id="101" name="Freeform 12" hidden="1"/>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102" name="Freeform 11" hidden="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103" name="Right Triangle 13" hidden="1"/>
          <p:cNvSpPr/>
          <p:nvPr/>
        </p:nvSpPr>
        <p:spPr>
          <a:xfrm>
            <a:off x="-6120" y="5791320"/>
            <a:ext cx="3402000" cy="1080360"/>
          </a:xfrm>
          <a:prstGeom prst="rtTriangle">
            <a:avLst/>
          </a:prstGeom>
          <a:blipFill rotWithShape="0">
            <a:blip r:embed="rId3">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104" name="Straight Connector 14"/>
          <p:cNvCxnSpPr/>
          <p:nvPr/>
        </p:nvCxnSpPr>
        <p:spPr>
          <a:xfrm>
            <a:off x="-9000" y="5787720"/>
            <a:ext cx="3405600" cy="1084680"/>
          </a:xfrm>
          <a:prstGeom prst="straightConnector1">
            <a:avLst/>
          </a:prstGeom>
          <a:ln w="12065">
            <a:solidFill>
              <a:srgbClr val="196F85"/>
            </a:solidFill>
            <a:miter/>
          </a:ln>
        </p:spPr>
      </p:cxnSp>
      <p:sp>
        <p:nvSpPr>
          <p:cNvPr id="105" name="PlaceHolder 1"/>
          <p:cNvSpPr>
            <a:spLocks noGrp="1"/>
          </p:cNvSpPr>
          <p:nvPr>
            <p:ph type="title"/>
          </p:nvPr>
        </p:nvSpPr>
        <p:spPr>
          <a:xfrm>
            <a:off x="914400" y="4876920"/>
            <a:ext cx="7481520" cy="456840"/>
          </a:xfrm>
          <a:prstGeom prst="rect">
            <a:avLst/>
          </a:prstGeom>
          <a:noFill/>
          <a:ln w="0">
            <a:noFill/>
          </a:ln>
        </p:spPr>
        <p:txBody>
          <a:bodyPr lIns="90000" tIns="45000" rIns="90000" bIns="45000" anchor="t">
            <a:noAutofit/>
          </a:bodyPr>
          <a:lstStyle>
            <a:lvl1pPr indent="0" algn="r">
              <a:lnSpc>
                <a:spcPct val="100000"/>
              </a:lnSpc>
              <a:buNone/>
              <a:defRPr lang="en-US" sz="2500" b="0" u="none" strike="noStrike">
                <a:solidFill>
                  <a:schemeClr val="accent1"/>
                </a:solidFill>
                <a:effectLst/>
                <a:uFillTx/>
                <a:latin typeface="Lucida Sans Unicode"/>
              </a:defRPr>
            </a:lvl1pPr>
          </a:lstStyle>
          <a:p>
            <a:pPr indent="0" algn="r">
              <a:lnSpc>
                <a:spcPct val="100000"/>
              </a:lnSpc>
              <a:buNone/>
            </a:pPr>
            <a:r>
              <a:rPr lang="en-US" sz="2500" b="0" u="none" strike="noStrike">
                <a:solidFill>
                  <a:schemeClr val="accent1"/>
                </a:solidFill>
                <a:effectLst/>
                <a:uFillTx/>
                <a:latin typeface="Lucida Sans Unicode"/>
              </a:rPr>
              <a:t>Click to edit Master title style</a:t>
            </a:r>
            <a:endParaRPr lang="en-US" sz="2500" b="0" u="none" strike="noStrike">
              <a:solidFill>
                <a:schemeClr val="accent1"/>
              </a:solidFill>
              <a:effectLst/>
              <a:uFillTx/>
              <a:latin typeface="Lucida Sans Unicode"/>
            </a:endParaRPr>
          </a:p>
        </p:txBody>
      </p:sp>
      <p:sp>
        <p:nvSpPr>
          <p:cNvPr id="106" name="PlaceHolder 2"/>
          <p:cNvSpPr>
            <a:spLocks noGrp="1"/>
          </p:cNvSpPr>
          <p:nvPr>
            <p:ph type="body"/>
          </p:nvPr>
        </p:nvSpPr>
        <p:spPr>
          <a:xfrm>
            <a:off x="4419720" y="5355000"/>
            <a:ext cx="3974400" cy="914040"/>
          </a:xfrm>
          <a:prstGeom prst="rect">
            <a:avLst/>
          </a:prstGeom>
          <a:noFill/>
          <a:ln w="0">
            <a:noFill/>
          </a:ln>
        </p:spPr>
        <p:txBody>
          <a:bodyPr lIns="90000" tIns="45000" rIns="90000" bIns="45000" anchor="t">
            <a:noAutofit/>
          </a:bodyPr>
          <a:lstStyle>
            <a:lvl1pPr indent="0" algn="r">
              <a:lnSpc>
                <a:spcPct val="100000"/>
              </a:lnSpc>
              <a:spcBef>
                <a:spcPts val="400"/>
              </a:spcBef>
              <a:buNone/>
              <a:tabLst>
                <a:tab pos="0" algn="l"/>
              </a:tabLst>
              <a:defRPr lang="en-US" sz="1600" b="0" u="none" strike="noStrike">
                <a:solidFill>
                  <a:schemeClr val="dk1"/>
                </a:solidFill>
                <a:effectLst/>
                <a:uFillTx/>
                <a:latin typeface="Lucida Sans Unicode"/>
              </a:defRPr>
            </a:lvl1pPr>
          </a:lstStyle>
          <a:p>
            <a:pPr indent="0" algn="r">
              <a:lnSpc>
                <a:spcPct val="100000"/>
              </a:lnSpc>
              <a:spcBef>
                <a:spcPts val="400"/>
              </a:spcBef>
              <a:buNone/>
              <a:tabLst>
                <a:tab pos="0" algn="l"/>
              </a:tabLst>
            </a:pPr>
            <a:r>
              <a:rPr lang="en-US" sz="1600" b="0" u="none" strike="noStrike">
                <a:solidFill>
                  <a:schemeClr val="dk1"/>
                </a:solidFill>
                <a:effectLst/>
                <a:uFillTx/>
                <a:latin typeface="Lucida Sans Unicode"/>
              </a:rPr>
              <a:t>Click to edit Master text styles</a:t>
            </a:r>
            <a:endParaRPr lang="en-US" sz="1600" b="0" u="none" strike="noStrike">
              <a:solidFill>
                <a:schemeClr val="dk1"/>
              </a:solidFill>
              <a:effectLst/>
              <a:uFillTx/>
              <a:latin typeface="Lucida Sans Unicode"/>
            </a:endParaRPr>
          </a:p>
        </p:txBody>
      </p:sp>
      <p:sp>
        <p:nvSpPr>
          <p:cNvPr id="107" name="PlaceHolder 3"/>
          <p:cNvSpPr>
            <a:spLocks noGrp="1"/>
          </p:cNvSpPr>
          <p:nvPr>
            <p:ph type="body"/>
          </p:nvPr>
        </p:nvSpPr>
        <p:spPr>
          <a:xfrm>
            <a:off x="914400" y="274320"/>
            <a:ext cx="7479360" cy="4571640"/>
          </a:xfrm>
          <a:prstGeom prst="rect">
            <a:avLst/>
          </a:prstGeom>
          <a:noFill/>
          <a:ln w="0">
            <a:noFill/>
          </a:ln>
        </p:spPr>
        <p:txBody>
          <a:bodyPr lIns="90000" tIns="45000" rIns="90000" bIns="45000" anchor="t">
            <a:noAutofit/>
          </a:bodyPr>
          <a:lstStyle>
            <a:lvl1pPr algn="l">
              <a:lnSpc>
                <a:spcPct val="100000"/>
              </a:lnSpc>
              <a:spcBef>
                <a:spcPts val="400"/>
              </a:spcBef>
              <a:buClr>
                <a:srgbClr val="2DA2BF"/>
              </a:buClr>
              <a:buSzPct val="68000"/>
              <a:buFont typeface="Wingdings 3" charset="2"/>
              <a:buChar char=""/>
              <a:tabLst>
                <a:tab pos="0" algn="l"/>
              </a:tabLst>
              <a:defRPr lang="en-US" sz="3200" b="0" u="none" strike="noStrike">
                <a:solidFill>
                  <a:schemeClr val="dk1"/>
                </a:solidFill>
                <a:effectLst/>
                <a:uFillTx/>
                <a:latin typeface="Lucida Sans Unicode"/>
              </a:defRPr>
            </a:lvl1pPr>
            <a:lvl2pPr lvl="1" algn="l">
              <a:lnSpc>
                <a:spcPct val="100000"/>
              </a:lnSpc>
              <a:spcBef>
                <a:spcPts val="323"/>
              </a:spcBef>
              <a:buClr>
                <a:srgbClr val="2DA2BF"/>
              </a:buClr>
              <a:buFont typeface="Verdana"/>
              <a:buChar char="◦"/>
              <a:tabLst>
                <a:tab pos="0" algn="l"/>
              </a:tabLst>
              <a:defRPr lang="en-US" sz="2800" b="0" u="none" strike="noStrike">
                <a:solidFill>
                  <a:schemeClr val="dk1"/>
                </a:solidFill>
                <a:effectLst/>
                <a:uFillTx/>
                <a:latin typeface="Lucida Sans Unicode"/>
              </a:defRPr>
            </a:lvl2pPr>
            <a:lvl3pPr lvl="2" algn="l">
              <a:lnSpc>
                <a:spcPct val="100000"/>
              </a:lnSpc>
              <a:spcBef>
                <a:spcPts val="349"/>
              </a:spcBef>
              <a:buClr>
                <a:srgbClr val="DA1F28"/>
              </a:buClr>
              <a:buFont typeface="Wingdings 2" charset="2"/>
              <a:buChar char=""/>
              <a:tabLst>
                <a:tab pos="0" algn="l"/>
              </a:tabLst>
              <a:defRPr lang="en-US" sz="2400" b="0" u="none" strike="noStrike">
                <a:solidFill>
                  <a:schemeClr val="dk1"/>
                </a:solidFill>
                <a:effectLst/>
                <a:uFillTx/>
                <a:latin typeface="Lucida Sans Unicode"/>
              </a:defRPr>
            </a:lvl3pPr>
            <a:lvl4pPr lvl="3" algn="l">
              <a:lnSpc>
                <a:spcPct val="100000"/>
              </a:lnSpc>
              <a:spcBef>
                <a:spcPts val="349"/>
              </a:spcBef>
              <a:buClr>
                <a:srgbClr val="DA1F28"/>
              </a:buClr>
              <a:buFont typeface="Wingdings 2" charset="2"/>
              <a:buChar char=""/>
              <a:tabLst>
                <a:tab pos="0" algn="l"/>
              </a:tabLst>
              <a:defRPr lang="en-US" sz="2000" b="0" u="none" strike="noStrike">
                <a:solidFill>
                  <a:schemeClr val="dk1"/>
                </a:solidFill>
                <a:effectLst/>
                <a:uFillTx/>
                <a:latin typeface="Lucida Sans Unicode"/>
              </a:defRPr>
            </a:lvl4pPr>
            <a:lvl5pPr lvl="4" algn="l">
              <a:lnSpc>
                <a:spcPct val="100000"/>
              </a:lnSpc>
              <a:spcBef>
                <a:spcPts val="349"/>
              </a:spcBef>
              <a:buClr>
                <a:srgbClr val="DA1F28"/>
              </a:buClr>
              <a:buFont typeface="Wingdings 2" charset="2"/>
              <a:buChar char=""/>
              <a:tabLst>
                <a:tab pos="0" algn="l"/>
              </a:tabLst>
              <a:defRPr lang="en-US" sz="2000" b="0" u="none" strike="noStrike">
                <a:solidFill>
                  <a:schemeClr val="dk1"/>
                </a:solidFill>
                <a:effectLst/>
                <a:uFillTx/>
                <a:latin typeface="Lucida Sans Unicode"/>
              </a:defRPr>
            </a:lvl5pPr>
          </a:lstStyle>
          <a:p>
            <a:pPr marL="365760" indent="-255960" algn="l">
              <a:lnSpc>
                <a:spcPct val="100000"/>
              </a:lnSpc>
              <a:spcBef>
                <a:spcPts val="400"/>
              </a:spcBef>
              <a:buClr>
                <a:srgbClr val="2DA2BF"/>
              </a:buClr>
              <a:buSzPct val="68000"/>
              <a:buFont typeface="Wingdings 3" charset="2"/>
              <a:buChar char=""/>
              <a:tabLst>
                <a:tab pos="0" algn="l"/>
              </a:tabLst>
            </a:pPr>
            <a:r>
              <a:rPr lang="en-US" sz="3200" b="0" u="none" strike="noStrike">
                <a:solidFill>
                  <a:schemeClr val="dk1"/>
                </a:solidFill>
                <a:effectLst/>
                <a:uFillTx/>
                <a:latin typeface="Lucida Sans Unicode"/>
              </a:rPr>
              <a:t>Click to edit Master text styles</a:t>
            </a:r>
            <a:endParaRPr lang="en-US" sz="32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tabLst>
                <a:tab pos="0" algn="l"/>
              </a:tabLst>
            </a:pPr>
            <a:r>
              <a:rPr lang="en-US" sz="2800" b="0" u="none" strike="noStrike">
                <a:solidFill>
                  <a:schemeClr val="dk1"/>
                </a:solidFill>
                <a:effectLst/>
                <a:uFillTx/>
                <a:latin typeface="Lucida Sans Unicode"/>
              </a:rPr>
              <a:t>Second level</a:t>
            </a:r>
            <a:endParaRPr lang="en-US" sz="2800" b="0" u="none" strike="noStrike">
              <a:solidFill>
                <a:schemeClr val="dk1"/>
              </a:solidFill>
              <a:effectLst/>
              <a:uFillTx/>
              <a:latin typeface="Lucida Sans Unicode"/>
            </a:endParaRPr>
          </a:p>
          <a:p>
            <a:pPr marL="859680" lvl="2" indent="-228600" algn="l">
              <a:lnSpc>
                <a:spcPct val="100000"/>
              </a:lnSpc>
              <a:spcBef>
                <a:spcPts val="349"/>
              </a:spcBef>
              <a:buClr>
                <a:srgbClr val="DA1F28"/>
              </a:buClr>
              <a:buFont typeface="Wingdings 2" charset="2"/>
              <a:buChar char=""/>
              <a:tabLst>
                <a:tab pos="0" algn="l"/>
              </a:tabLst>
            </a:pPr>
            <a:r>
              <a:rPr lang="en-US" sz="2400" b="0" u="none" strike="noStrike">
                <a:solidFill>
                  <a:schemeClr val="dk1"/>
                </a:solidFill>
                <a:effectLst/>
                <a:uFillTx/>
                <a:latin typeface="Lucida Sans Unicode"/>
              </a:rPr>
              <a:t>Third level</a:t>
            </a:r>
            <a:endParaRPr lang="en-US" sz="2400" b="0" u="none" strike="noStrike">
              <a:solidFill>
                <a:schemeClr val="dk1"/>
              </a:solidFill>
              <a:effectLst/>
              <a:uFillTx/>
              <a:latin typeface="Lucida Sans Unicode"/>
            </a:endParaRPr>
          </a:p>
          <a:p>
            <a:pPr marL="1143000" lvl="3" indent="-228600" algn="l">
              <a:lnSpc>
                <a:spcPct val="100000"/>
              </a:lnSpc>
              <a:spcBef>
                <a:spcPts val="349"/>
              </a:spcBef>
              <a:buClr>
                <a:srgbClr val="DA1F28"/>
              </a:buClr>
              <a:buFont typeface="Wingdings 2" charset="2"/>
              <a:buChar char=""/>
              <a:tabLst>
                <a:tab pos="0" algn="l"/>
              </a:tabLst>
            </a:pPr>
            <a:r>
              <a:rPr lang="en-US" sz="2000" b="0" u="none" strike="noStrike">
                <a:solidFill>
                  <a:schemeClr val="dk1"/>
                </a:solidFill>
                <a:effectLst/>
                <a:uFillTx/>
                <a:latin typeface="Lucida Sans Unicode"/>
              </a:rPr>
              <a:t>Fourth level</a:t>
            </a:r>
            <a:endParaRPr lang="en-US" sz="2000" b="0" u="none" strike="noStrike">
              <a:solidFill>
                <a:schemeClr val="dk1"/>
              </a:solidFill>
              <a:effectLst/>
              <a:uFillTx/>
              <a:latin typeface="Lucida Sans Unicode"/>
            </a:endParaRPr>
          </a:p>
          <a:p>
            <a:pPr marL="1371600" lvl="4" indent="-228600" algn="l">
              <a:lnSpc>
                <a:spcPct val="100000"/>
              </a:lnSpc>
              <a:spcBef>
                <a:spcPts val="349"/>
              </a:spcBef>
              <a:buClr>
                <a:srgbClr val="DA1F28"/>
              </a:buClr>
              <a:buFont typeface="Wingdings 2" charset="2"/>
              <a:buChar char=""/>
              <a:tabLst>
                <a:tab pos="0" algn="l"/>
              </a:tabLst>
            </a:pPr>
            <a:r>
              <a:rPr lang="en-US" sz="2000" b="0" u="none" strike="noStrike">
                <a:solidFill>
                  <a:schemeClr val="dk1"/>
                </a:solidFill>
                <a:effectLst/>
                <a:uFillTx/>
                <a:latin typeface="Lucida Sans Unicode"/>
              </a:rPr>
              <a:t>Fifth level</a:t>
            </a:r>
            <a:endParaRPr lang="en-US" sz="2000" b="0" u="none" strike="noStrike">
              <a:solidFill>
                <a:schemeClr val="dk1"/>
              </a:solidFill>
              <a:effectLst/>
              <a:uFillTx/>
              <a:latin typeface="Lucida Sans Unicode"/>
            </a:endParaRPr>
          </a:p>
        </p:txBody>
      </p:sp>
      <p:sp>
        <p:nvSpPr>
          <p:cNvPr id="108" name="PlaceHolder 4"/>
          <p:cNvSpPr>
            <a:spLocks noGrp="1"/>
          </p:cNvSpPr>
          <p:nvPr>
            <p:ph type="dt" idx="31"/>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&lt;date/time&gt;</a:t>
            </a:r>
            <a:endParaRPr lang="en-US" sz="1000" b="0" u="none" strike="noStrike">
              <a:solidFill>
                <a:srgbClr val="000000"/>
              </a:solidFill>
              <a:effectLst/>
              <a:uFillTx/>
              <a:latin typeface="Times New Roman"/>
            </a:endParaRPr>
          </a:p>
        </p:txBody>
      </p:sp>
      <p:sp>
        <p:nvSpPr>
          <p:cNvPr id="109" name="PlaceHolder 5"/>
          <p:cNvSpPr>
            <a:spLocks noGrp="1"/>
          </p:cNvSpPr>
          <p:nvPr>
            <p:ph type="ftr" idx="32"/>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0" name="PlaceHolder 6"/>
          <p:cNvSpPr>
            <a:spLocks noGrp="1"/>
          </p:cNvSpPr>
          <p:nvPr>
            <p:ph type="sldNum" idx="33"/>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D1BCF008-3709-4828-8D91-52783A4B3EF7}" type="slidenum">
              <a:rPr lang="en-GB" sz="1000" b="0" u="none" strike="noStrike">
                <a:solidFill>
                  <a:schemeClr val="dk1"/>
                </a:solidFill>
                <a:effectLst/>
                <a:uFillTx/>
                <a:latin typeface="Lucida Sans Unicode"/>
              </a:rPr>
              <a:t>&lt;number&gt;</a:t>
            </a:fld>
            <a:endParaRPr lang="en-US" sz="10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B4B4B4"/>
            </a:gs>
            <a:gs pos="40000">
              <a:srgbClr val="A1A1A1"/>
            </a:gs>
            <a:gs pos="100000">
              <a:srgbClr val="000000"/>
            </a:gs>
          </a:gsLst>
          <a:path path="circle">
            <a:fillToRect l="82000" t="1000" r="18000" b="99000"/>
          </a:path>
        </a:gradFill>
      </p:bgPr>
    </p:bg>
    <p:spTree>
      <p:nvGrpSpPr>
        <p:cNvPr id="1" name=""/>
        <p:cNvGrpSpPr/>
        <p:nvPr/>
      </p:nvGrpSpPr>
      <p:grpSpPr>
        <a:xfrm>
          <a:off x="0" y="0"/>
          <a:ext cx="0" cy="0"/>
          <a:chOff x="0" y="0"/>
          <a:chExt cx="0" cy="0"/>
        </a:xfrm>
      </p:grpSpPr>
      <p:sp>
        <p:nvSpPr>
          <p:cNvPr id="111" name="Freeform 12" hidden="1"/>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112" name="Freeform 11" hidden="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113" name="Right Triangle 13" hidden="1"/>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114" name="Straight Connector 14"/>
          <p:cNvCxnSpPr/>
          <p:nvPr/>
        </p:nvCxnSpPr>
        <p:spPr>
          <a:xfrm>
            <a:off x="-9000" y="5787720"/>
            <a:ext cx="3405600" cy="1084680"/>
          </a:xfrm>
          <a:prstGeom prst="straightConnector1">
            <a:avLst/>
          </a:prstGeom>
          <a:ln w="12065">
            <a:solidFill>
              <a:srgbClr val="196F85"/>
            </a:solidFill>
            <a:miter/>
          </a:ln>
        </p:spPr>
      </p:cxnSp>
      <p:sp>
        <p:nvSpPr>
          <p:cNvPr id="115" name="PlaceHolder 1"/>
          <p:cNvSpPr>
            <a:spLocks noGrp="1"/>
          </p:cNvSpPr>
          <p:nvPr>
            <p:ph type="body"/>
          </p:nvPr>
        </p:nvSpPr>
        <p:spPr>
          <a:xfrm>
            <a:off x="1141200" y="5443560"/>
            <a:ext cx="7162560" cy="648000"/>
          </a:xfrm>
          <a:prstGeom prst="rect">
            <a:avLst/>
          </a:prstGeom>
          <a:noFill/>
          <a:ln w="0">
            <a:noFill/>
          </a:ln>
        </p:spPr>
        <p:txBody>
          <a:bodyPr lIns="91440" tIns="0" rIns="91440" bIns="45000" anchor="t">
            <a:noAutofit/>
          </a:bodyPr>
          <a:lstStyle>
            <a:lvl1pPr indent="0" algn="r">
              <a:lnSpc>
                <a:spcPct val="100000"/>
              </a:lnSpc>
              <a:spcBef>
                <a:spcPts val="400"/>
              </a:spcBef>
              <a:buNone/>
              <a:tabLst>
                <a:tab pos="0" algn="l"/>
              </a:tabLst>
              <a:defRPr lang="en-US" sz="1400" b="0" u="none" strike="noStrike">
                <a:solidFill>
                  <a:schemeClr val="lt1"/>
                </a:solidFill>
                <a:effectLst/>
                <a:uFillTx/>
                <a:latin typeface="Lucida Sans Unicode"/>
              </a:defRPr>
            </a:lvl1pPr>
          </a:lstStyle>
          <a:p>
            <a:pPr indent="0" algn="r">
              <a:lnSpc>
                <a:spcPct val="100000"/>
              </a:lnSpc>
              <a:spcBef>
                <a:spcPts val="400"/>
              </a:spcBef>
              <a:buNone/>
              <a:tabLst>
                <a:tab pos="0" algn="l"/>
              </a:tabLst>
            </a:pPr>
            <a:r>
              <a:rPr lang="en-US" sz="1400" b="0" u="none" strike="noStrike">
                <a:solidFill>
                  <a:schemeClr val="lt1"/>
                </a:solidFill>
                <a:effectLst/>
                <a:uFillTx/>
                <a:latin typeface="Lucida Sans Unicode"/>
              </a:rPr>
              <a:t>Click to edit Master text styles</a:t>
            </a:r>
            <a:endParaRPr lang="en-US" sz="1400" b="0" u="none" strike="noStrike">
              <a:solidFill>
                <a:schemeClr val="lt1"/>
              </a:solidFill>
              <a:effectLst/>
              <a:uFillTx/>
              <a:latin typeface="Lucida Sans Unicode"/>
            </a:endParaRPr>
          </a:p>
        </p:txBody>
      </p:sp>
      <p:sp>
        <p:nvSpPr>
          <p:cNvPr id="116" name="PlaceHolder 2"/>
          <p:cNvSpPr>
            <a:spLocks noGrp="1"/>
          </p:cNvSpPr>
          <p:nvPr>
            <p:ph type="body"/>
          </p:nvPr>
        </p:nvSpPr>
        <p:spPr>
          <a:xfrm>
            <a:off x="228600" y="190080"/>
            <a:ext cx="8686440" cy="4388760"/>
          </a:xfrm>
          <a:prstGeom prst="rect">
            <a:avLst/>
          </a:prstGeom>
          <a:solidFill>
            <a:schemeClr val="dk2"/>
          </a:solidFill>
          <a:ln w="0">
            <a:solidFill>
              <a:srgbClr val="000000"/>
            </a:solidFill>
          </a:ln>
        </p:spPr>
        <p:txBody>
          <a:bodyPr lIns="90000" tIns="45000" rIns="90000" bIns="45000" anchor="t">
            <a:noAutofit/>
          </a:bodyPr>
          <a:lstStyle>
            <a:lvl1pPr indent="0" algn="l" defTabSz="914400">
              <a:lnSpc>
                <a:spcPct val="100000"/>
              </a:lnSpc>
              <a:buNone/>
              <a:tabLst>
                <a:tab pos="0" algn="l"/>
              </a:tabLst>
              <a:defRPr lang="en-US" sz="3200" b="0" u="none" strike="noStrike">
                <a:solidFill>
                  <a:schemeClr val="lt1"/>
                </a:solidFill>
                <a:effectLst/>
                <a:uFillTx/>
                <a:latin typeface="Lucida Sans Unicode"/>
              </a:defRPr>
            </a:lvl1pPr>
          </a:lstStyle>
          <a:p>
            <a:pPr indent="0" algn="l" defTabSz="914400">
              <a:lnSpc>
                <a:spcPct val="100000"/>
              </a:lnSpc>
              <a:buNone/>
              <a:tabLst>
                <a:tab pos="0" algn="l"/>
              </a:tabLst>
            </a:pPr>
            <a:r>
              <a:rPr lang="en-US" sz="3200" b="0" u="none" strike="noStrike">
                <a:solidFill>
                  <a:schemeClr val="lt1"/>
                </a:solidFill>
                <a:effectLst/>
                <a:uFillTx/>
                <a:latin typeface="Lucida Sans Unicode"/>
              </a:rPr>
              <a:t>Click icon to add picture</a:t>
            </a:r>
            <a:endParaRPr lang="en-US" sz="3200" b="0" u="none" strike="noStrike">
              <a:solidFill>
                <a:schemeClr val="lt1"/>
              </a:solidFill>
              <a:effectLst/>
              <a:uFillTx/>
              <a:latin typeface="Lucida Sans Unicode"/>
            </a:endParaRPr>
          </a:p>
        </p:txBody>
      </p:sp>
      <p:sp>
        <p:nvSpPr>
          <p:cNvPr id="117" name="PlaceHolder 3"/>
          <p:cNvSpPr>
            <a:spLocks noGrp="1"/>
          </p:cNvSpPr>
          <p:nvPr>
            <p:ph type="dt" idx="34"/>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lt1"/>
                </a:solidFill>
                <a:effectLst/>
                <a:uFillTx/>
                <a:latin typeface="Lucida Sans Unicode"/>
              </a:defRPr>
            </a:lvl1pPr>
          </a:lstStyle>
          <a:p>
            <a:pPr indent="0" algn="l" defTabSz="914400">
              <a:lnSpc>
                <a:spcPct val="100000"/>
              </a:lnSpc>
              <a:buNone/>
            </a:pPr>
            <a:r>
              <a:rPr lang="en-GB" sz="1000" b="0" u="none" strike="noStrike">
                <a:solidFill>
                  <a:schemeClr val="lt1"/>
                </a:solidFill>
                <a:effectLst/>
                <a:uFillTx/>
                <a:latin typeface="Lucida Sans Unicode"/>
              </a:rPr>
              <a:t>&lt;date/time&gt;</a:t>
            </a:r>
            <a:endParaRPr lang="en-US" sz="1000" b="0" u="none" strike="noStrike">
              <a:solidFill>
                <a:srgbClr val="FFFFFF"/>
              </a:solidFill>
              <a:effectLst/>
              <a:uFillTx/>
              <a:latin typeface="Times New Roman"/>
            </a:endParaRPr>
          </a:p>
        </p:txBody>
      </p:sp>
      <p:sp>
        <p:nvSpPr>
          <p:cNvPr id="118" name="PlaceHolder 4"/>
          <p:cNvSpPr>
            <a:spLocks noGrp="1"/>
          </p:cNvSpPr>
          <p:nvPr>
            <p:ph type="ftr" idx="35"/>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FFFFFF"/>
                </a:solidFill>
                <a:effectLst/>
                <a:uFillTx/>
                <a:latin typeface="Times New Roman"/>
              </a:defRPr>
            </a:lvl1pPr>
          </a:lstStyle>
          <a:p>
            <a:pPr indent="0" algn="ctr">
              <a:buNone/>
            </a:pPr>
            <a:r>
              <a:rPr lang="en-US" sz="1400" b="0" u="none" strike="noStrike">
                <a:solidFill>
                  <a:srgbClr val="FFFFFF"/>
                </a:solidFill>
                <a:effectLst/>
                <a:uFillTx/>
                <a:latin typeface="Times New Roman"/>
              </a:rPr>
              <a:t>&lt;footer&gt;</a:t>
            </a:r>
            <a:endParaRPr lang="en-US" sz="1400" b="0" u="none" strike="noStrike">
              <a:solidFill>
                <a:srgbClr val="FFFFFF"/>
              </a:solidFill>
              <a:effectLst/>
              <a:uFillTx/>
              <a:latin typeface="Times New Roman"/>
            </a:endParaRPr>
          </a:p>
        </p:txBody>
      </p:sp>
      <p:sp>
        <p:nvSpPr>
          <p:cNvPr id="119" name="PlaceHolder 5"/>
          <p:cNvSpPr>
            <a:spLocks noGrp="1"/>
          </p:cNvSpPr>
          <p:nvPr>
            <p:ph type="sldNum" idx="36"/>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lt1"/>
                </a:solidFill>
                <a:effectLst/>
                <a:uFillTx/>
                <a:latin typeface="Lucida Sans Unicode"/>
              </a:defRPr>
            </a:lvl1pPr>
          </a:lstStyle>
          <a:p>
            <a:pPr indent="0" algn="r" defTabSz="914400">
              <a:lnSpc>
                <a:spcPct val="100000"/>
              </a:lnSpc>
              <a:buNone/>
            </a:pPr>
            <a:fld id="{BD901CC6-6C15-4E43-87DD-91D1FE07AC35}" type="slidenum">
              <a:rPr lang="en-GB" sz="1000" b="0" u="none" strike="noStrike">
                <a:solidFill>
                  <a:schemeClr val="lt1"/>
                </a:solidFill>
                <a:effectLst/>
                <a:uFillTx/>
                <a:latin typeface="Lucida Sans Unicode"/>
              </a:rPr>
              <a:t>&lt;number&gt;</a:t>
            </a:fld>
            <a:endParaRPr lang="en-US" sz="1000" b="0" u="none" strike="noStrike">
              <a:solidFill>
                <a:srgbClr val="FFFFFF"/>
              </a:solidFill>
              <a:effectLst/>
              <a:uFillTx/>
              <a:latin typeface="Times New Roman"/>
            </a:endParaRPr>
          </a:p>
        </p:txBody>
      </p:sp>
      <p:sp>
        <p:nvSpPr>
          <p:cNvPr id="120" name="PlaceHolder 6"/>
          <p:cNvSpPr>
            <a:spLocks noGrp="1"/>
          </p:cNvSpPr>
          <p:nvPr>
            <p:ph type="title"/>
          </p:nvPr>
        </p:nvSpPr>
        <p:spPr>
          <a:xfrm>
            <a:off x="228600" y="4865040"/>
            <a:ext cx="8075160" cy="562320"/>
          </a:xfrm>
          <a:prstGeom prst="rect">
            <a:avLst/>
          </a:prstGeom>
          <a:noFill/>
          <a:ln w="0">
            <a:noFill/>
          </a:ln>
        </p:spPr>
        <p:txBody>
          <a:bodyPr lIns="90000" tIns="45000" rIns="90000" bIns="45000" anchor="t">
            <a:noAutofit/>
          </a:bodyPr>
          <a:lstStyle>
            <a:lvl1pPr indent="0" algn="r">
              <a:lnSpc>
                <a:spcPct val="100000"/>
              </a:lnSpc>
              <a:buNone/>
              <a:defRPr lang="en-US" sz="3000" b="0" u="none" strike="noStrike">
                <a:solidFill>
                  <a:schemeClr val="accent1"/>
                </a:solidFill>
                <a:effectLst/>
                <a:uFillTx/>
                <a:latin typeface="Lucida Sans Unicode"/>
              </a:defRPr>
            </a:lvl1pPr>
          </a:lstStyle>
          <a:p>
            <a:pPr indent="0" algn="r">
              <a:lnSpc>
                <a:spcPct val="100000"/>
              </a:lnSpc>
              <a:buNone/>
            </a:pPr>
            <a:r>
              <a:rPr lang="en-US" sz="3000" b="0" u="none" strike="noStrike">
                <a:solidFill>
                  <a:schemeClr val="accent1"/>
                </a:solidFill>
                <a:effectLst/>
                <a:uFillTx/>
                <a:latin typeface="Lucida Sans Unicode"/>
              </a:rPr>
              <a:t>Click to edit Master title style</a:t>
            </a:r>
            <a:endParaRPr lang="en-US" sz="3000" b="0" u="none" strike="noStrike">
              <a:solidFill>
                <a:schemeClr val="accent1"/>
              </a:solidFill>
              <a:effectLst/>
              <a:uFillTx/>
              <a:latin typeface="Lucida Sans Unicode"/>
            </a:endParaRPr>
          </a:p>
        </p:txBody>
      </p:sp>
      <p:sp>
        <p:nvSpPr>
          <p:cNvPr id="121" name="Freeform 7"/>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122" name="Freeform 8"/>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lt1"/>
              </a:solidFill>
              <a:effectLst/>
              <a:uFillTx/>
              <a:latin typeface="Lucida Sans Unicode"/>
            </a:endParaRPr>
          </a:p>
        </p:txBody>
      </p:sp>
      <p:sp>
        <p:nvSpPr>
          <p:cNvPr id="123" name="Right Triangle 9"/>
          <p:cNvSpPr/>
          <p:nvPr/>
        </p:nvSpPr>
        <p:spPr>
          <a:xfrm>
            <a:off x="-6120" y="5791320"/>
            <a:ext cx="3402000" cy="1080360"/>
          </a:xfrm>
          <a:prstGeom prst="rtTriangle">
            <a:avLst/>
          </a:prstGeom>
          <a:blipFill rotWithShape="0">
            <a:blip r:embed="rId3">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124" name="Straight Connector 10"/>
          <p:cNvCxnSpPr/>
          <p:nvPr/>
        </p:nvCxnSpPr>
        <p:spPr>
          <a:xfrm>
            <a:off x="-9000" y="5787720"/>
            <a:ext cx="3405600" cy="1084680"/>
          </a:xfrm>
          <a:prstGeom prst="straightConnector1">
            <a:avLst/>
          </a:prstGeom>
          <a:ln w="12065">
            <a:solidFill>
              <a:srgbClr val="196F85"/>
            </a:solidFill>
            <a:miter/>
          </a:ln>
        </p:spPr>
      </p:cxnSp>
      <p:sp>
        <p:nvSpPr>
          <p:cNvPr id="125" name="Chevron 11"/>
          <p:cNvSpPr/>
          <p:nvPr/>
        </p:nvSpPr>
        <p:spPr>
          <a:xfrm>
            <a:off x="8664120" y="4988520"/>
            <a:ext cx="182520" cy="228240"/>
          </a:xfrm>
          <a:prstGeom prst="chevron">
            <a:avLst>
              <a:gd name="adj" fmla="val 50000"/>
            </a:avLst>
          </a:prstGeom>
          <a:gradFill rotWithShape="0">
            <a:gsLst>
              <a:gs pos="0">
                <a:srgbClr val="168AA7"/>
              </a:gs>
              <a:gs pos="72000">
                <a:srgbClr val="51B7D9"/>
              </a:gs>
              <a:gs pos="100000">
                <a:srgbClr val="80C2DC"/>
              </a:gs>
            </a:gsLst>
            <a:lin ang="16200000"/>
          </a:gradFill>
          <a:ln cap="rnd" w="3175">
            <a:solidFill>
              <a:srgbClr val="2DA2BF">
                <a:shade val="50000"/>
              </a:srgbClr>
            </a:solidFill>
            <a:round/>
          </a:ln>
          <a:effectLst>
            <a:outerShdw blurRad="50760" dir="5400000" dist="25560">
              <a:srgbClr val="000000">
                <a:alpha val="46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Lucida Sans Unicode"/>
            </a:endParaRPr>
          </a:p>
        </p:txBody>
      </p:sp>
      <p:sp>
        <p:nvSpPr>
          <p:cNvPr id="126" name="Chevron 12"/>
          <p:cNvSpPr/>
          <p:nvPr/>
        </p:nvSpPr>
        <p:spPr>
          <a:xfrm>
            <a:off x="8477640" y="4988520"/>
            <a:ext cx="182520" cy="228240"/>
          </a:xfrm>
          <a:prstGeom prst="chevron">
            <a:avLst>
              <a:gd name="adj" fmla="val 50000"/>
            </a:avLst>
          </a:prstGeom>
          <a:gradFill rotWithShape="0">
            <a:gsLst>
              <a:gs pos="0">
                <a:srgbClr val="168AA7"/>
              </a:gs>
              <a:gs pos="72000">
                <a:srgbClr val="51B7D9"/>
              </a:gs>
              <a:gs pos="100000">
                <a:srgbClr val="80C2DC"/>
              </a:gs>
            </a:gsLst>
            <a:lin ang="16200000"/>
          </a:gradFill>
          <a:ln cap="rnd" w="3175">
            <a:solidFill>
              <a:srgbClr val="2DA2BF">
                <a:shade val="50000"/>
              </a:srgbClr>
            </a:solidFill>
            <a:round/>
          </a:ln>
          <a:effectLst>
            <a:outerShdw blurRad="50760" dir="5400000" dist="25560">
              <a:srgbClr val="000000">
                <a:alpha val="46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Lucida Sans Unicode"/>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Freeform 12" hidden="1"/>
          <p:cNvSpPr/>
          <p:nvPr/>
        </p:nvSpPr>
        <p:spPr>
          <a:xfrm>
            <a:off x="499320" y="5945040"/>
            <a:ext cx="4940280" cy="92088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7485" h="337">
                <a:moveTo>
                  <a:pt x="0" y="2"/>
                </a:moveTo>
                <a:lnTo>
                  <a:pt x="7485" y="337"/>
                </a:lnTo>
                <a:lnTo>
                  <a:pt x="5558" y="337"/>
                </a:lnTo>
                <a:lnTo>
                  <a:pt x="1" y="0"/>
                </a:lnTo>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3" name="Freeform 11" hidden="1"/>
          <p:cNvSpPr/>
          <p:nvPr/>
        </p:nvSpPr>
        <p:spPr>
          <a:xfrm>
            <a:off x="485640" y="5938920"/>
            <a:ext cx="3690000" cy="93312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591" h="588">
                <a:moveTo>
                  <a:pt x="0" y="0"/>
                </a:moveTo>
                <a:lnTo>
                  <a:pt x="5591" y="585"/>
                </a:lnTo>
                <a:lnTo>
                  <a:pt x="4415" y="588"/>
                </a:lnTo>
                <a:lnTo>
                  <a:pt x="12" y="4"/>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4" name="Right Triangle 13" hidden="1"/>
          <p:cNvSpPr/>
          <p:nvPr/>
        </p:nvSpPr>
        <p:spPr>
          <a:xfrm>
            <a:off x="-6120" y="5791320"/>
            <a:ext cx="3402000" cy="1080360"/>
          </a:xfrm>
          <a:prstGeom prst="rtTriangle">
            <a:avLst/>
          </a:prstGeom>
          <a:blipFill rotWithShape="0">
            <a:blip r:embed="rId2">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5" name="Straight Connector 14"/>
          <p:cNvCxnSpPr/>
          <p:nvPr/>
        </p:nvCxnSpPr>
        <p:spPr>
          <a:xfrm>
            <a:off x="-9000" y="5787720"/>
            <a:ext cx="3405600" cy="1084680"/>
          </a:xfrm>
          <a:prstGeom prst="straightConnector1">
            <a:avLst/>
          </a:prstGeom>
          <a:ln w="12065">
            <a:solidFill>
              <a:srgbClr val="196F85"/>
            </a:solidFill>
            <a:miter/>
          </a:ln>
        </p:spPr>
      </p:cxnSp>
      <p:sp>
        <p:nvSpPr>
          <p:cNvPr id="6" name="Right Triangle 9"/>
          <p:cNvSpPr/>
          <p:nvPr/>
        </p:nvSpPr>
        <p:spPr>
          <a:xfrm>
            <a:off x="0" y="4664160"/>
            <a:ext cx="9150840" cy="360"/>
          </a:xfrm>
          <a:prstGeom prst="rtTriangle">
            <a:avLst/>
          </a:prstGeom>
          <a:gradFill rotWithShape="0">
            <a:gsLst>
              <a:gs pos="0">
                <a:srgbClr val="007795"/>
              </a:gs>
              <a:gs pos="55000">
                <a:srgbClr val="4BBADE"/>
              </a:gs>
              <a:gs pos="100000">
                <a:srgbClr val="007795"/>
              </a:gs>
            </a:gsLst>
            <a:lin ang="3000000"/>
          </a:grad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lIns="90000" tIns="-44640" rIns="90000" bIns="-44640" anchor="ctr">
            <a:noAutofit/>
          </a:bodyPr>
          <a:p>
            <a:endParaRPr lang="en-US" sz="1800" b="0" u="none" strike="noStrike">
              <a:solidFill>
                <a:schemeClr val="lt1"/>
              </a:solidFill>
              <a:effectLst/>
              <a:uFillTx/>
              <a:latin typeface="Lucida Sans Unicode"/>
            </a:endParaRPr>
          </a:p>
        </p:txBody>
      </p:sp>
      <p:sp>
        <p:nvSpPr>
          <p:cNvPr id="7" name="PlaceHolder 1"/>
          <p:cNvSpPr>
            <a:spLocks noGrp="1"/>
          </p:cNvSpPr>
          <p:nvPr>
            <p:ph type="title"/>
          </p:nvPr>
        </p:nvSpPr>
        <p:spPr>
          <a:xfrm>
            <a:off x="685800" y="1752480"/>
            <a:ext cx="7772040" cy="1829520"/>
          </a:xfrm>
          <a:prstGeom prst="rect">
            <a:avLst/>
          </a:prstGeom>
          <a:noFill/>
          <a:ln w="0">
            <a:noFill/>
          </a:ln>
        </p:spPr>
        <p:txBody>
          <a:bodyPr lIns="90000" tIns="45000" rIns="90000" bIns="45000" anchor="b">
            <a:normAutofit/>
          </a:bodyPr>
          <a:lstStyle>
            <a:lvl1pPr indent="0" algn="r">
              <a:lnSpc>
                <a:spcPct val="100000"/>
              </a:lnSpc>
              <a:buNone/>
              <a:defRPr lang="en-US" sz="4800" b="1" u="none" strike="noStrike">
                <a:solidFill>
                  <a:schemeClr val="dk2"/>
                </a:solidFill>
                <a:effectLst/>
                <a:uFillTx/>
                <a:latin typeface="Lucida Sans Unicode"/>
              </a:defRPr>
            </a:lvl1pPr>
          </a:lstStyle>
          <a:p>
            <a:pPr indent="0" algn="r">
              <a:lnSpc>
                <a:spcPct val="100000"/>
              </a:lnSpc>
              <a:buNone/>
            </a:pPr>
            <a:r>
              <a:rPr lang="en-US" sz="4800" b="1" u="none" strike="noStrike">
                <a:solidFill>
                  <a:schemeClr val="dk2"/>
                </a:solidFill>
                <a:effectLst/>
                <a:uFillTx/>
                <a:latin typeface="Lucida Sans Unicode"/>
              </a:rPr>
              <a:t>Clic</a:t>
            </a:r>
            <a:r>
              <a:rPr lang="en-US" sz="4800" b="1" u="none" strike="noStrike">
                <a:solidFill>
                  <a:schemeClr val="dk2"/>
                </a:solidFill>
                <a:effectLst/>
                <a:uFillTx/>
                <a:latin typeface="Lucida Sans Unicode"/>
              </a:rPr>
              <a:t>k to </a:t>
            </a:r>
            <a:r>
              <a:rPr lang="en-US" sz="4800" b="1" u="none" strike="noStrike">
                <a:solidFill>
                  <a:schemeClr val="dk2"/>
                </a:solidFill>
                <a:effectLst/>
                <a:uFillTx/>
                <a:latin typeface="Lucida Sans Unicode"/>
              </a:rPr>
              <a:t>edit </a:t>
            </a:r>
            <a:r>
              <a:rPr lang="en-US" sz="4800" b="1" u="none" strike="noStrike">
                <a:solidFill>
                  <a:schemeClr val="dk2"/>
                </a:solidFill>
                <a:effectLst/>
                <a:uFillTx/>
                <a:latin typeface="Lucida Sans Unicode"/>
              </a:rPr>
              <a:t>Mas</a:t>
            </a:r>
            <a:r>
              <a:rPr lang="en-US" sz="4800" b="1" u="none" strike="noStrike">
                <a:solidFill>
                  <a:schemeClr val="dk2"/>
                </a:solidFill>
                <a:effectLst/>
                <a:uFillTx/>
                <a:latin typeface="Lucida Sans Unicode"/>
              </a:rPr>
              <a:t>ter </a:t>
            </a:r>
            <a:r>
              <a:rPr lang="en-US" sz="4800" b="1" u="none" strike="noStrike">
                <a:solidFill>
                  <a:schemeClr val="dk2"/>
                </a:solidFill>
                <a:effectLst/>
                <a:uFillTx/>
                <a:latin typeface="Lucida Sans Unicode"/>
              </a:rPr>
              <a:t>title </a:t>
            </a:r>
            <a:r>
              <a:rPr lang="en-US" sz="4800" b="1" u="none" strike="noStrike">
                <a:solidFill>
                  <a:schemeClr val="dk2"/>
                </a:solidFill>
                <a:effectLst/>
                <a:uFillTx/>
                <a:latin typeface="Lucida Sans Unicode"/>
              </a:rPr>
              <a:t>styl</a:t>
            </a:r>
            <a:r>
              <a:rPr lang="en-US" sz="4800" b="1" u="none" strike="noStrike">
                <a:solidFill>
                  <a:schemeClr val="dk2"/>
                </a:solidFill>
                <a:effectLst/>
                <a:uFillTx/>
                <a:latin typeface="Lucida Sans Unicode"/>
              </a:rPr>
              <a:t>e</a:t>
            </a:r>
            <a:endParaRPr lang="en-US" sz="4800" b="1" u="none" strike="noStrike">
              <a:solidFill>
                <a:schemeClr val="dk2"/>
              </a:solidFill>
              <a:effectLst/>
              <a:uFillTx/>
              <a:latin typeface="Lucida Sans Unicode"/>
            </a:endParaRPr>
          </a:p>
        </p:txBody>
      </p:sp>
      <p:grpSp>
        <p:nvGrpSpPr>
          <p:cNvPr id="8" name="Group 1"/>
          <p:cNvGrpSpPr/>
          <p:nvPr/>
        </p:nvGrpSpPr>
        <p:grpSpPr>
          <a:xfrm>
            <a:off x="-3600" y="4952880"/>
            <a:ext cx="9147600" cy="1911960"/>
            <a:chOff x="-3600" y="4952880"/>
            <a:chExt cx="9147600" cy="1911960"/>
          </a:xfrm>
        </p:grpSpPr>
        <p:sp>
          <p:nvSpPr>
            <p:cNvPr id="9" name="Freeform 6"/>
            <p:cNvSpPr/>
            <p:nvPr/>
          </p:nvSpPr>
          <p:spPr>
            <a:xfrm>
              <a:off x="1687680" y="4952880"/>
              <a:ext cx="7455960" cy="487800"/>
            </a:xfrm>
            <a:custGeom>
              <a:avLst/>
              <a:gdLst>
                <a:gd name="GluePoint1X" fmla="*/ 4697 w 0"/>
                <a:gd name="GluePoint1Y" fmla="*/ 0 h 0"/>
                <a:gd name="GluePoint2X" fmla="*/ 4697 w 0"/>
                <a:gd name="GluePoint2Y" fmla="*/ 367 h 0"/>
                <a:gd name="GluePoint3X" fmla="*/ 0 w 0"/>
                <a:gd name="GluePoint3Y" fmla="*/ 218 h 0"/>
                <a:gd name="GluePoint4X" fmla="*/ 4697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4697" h="367">
                  <a:moveTo>
                    <a:pt x="4697" y="0"/>
                  </a:moveTo>
                  <a:lnTo>
                    <a:pt x="4697" y="367"/>
                  </a:lnTo>
                  <a:lnTo>
                    <a:pt x="0" y="218"/>
                  </a:lnTo>
                  <a:lnTo>
                    <a:pt x="4697" y="0"/>
                  </a:lnTo>
                  <a:close/>
                </a:path>
              </a:pathLst>
            </a:custGeom>
            <a:solidFill>
              <a:schemeClr val="accent1">
                <a:tint val="65000"/>
                <a:alpha val="40000"/>
              </a:schemeClr>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10" name="Freeform 7"/>
            <p:cNvSpPr/>
            <p:nvPr/>
          </p:nvSpPr>
          <p:spPr>
            <a:xfrm>
              <a:off x="35280" y="5237640"/>
              <a:ext cx="9108360" cy="788400"/>
            </a:xfrm>
            <a:custGeom>
              <a:avLst/>
              <a:gdLst>
                <a:gd name="GluePoint1X" fmla="*/ 0 w 0"/>
                <a:gd name="GluePoint1Y" fmla="*/ 0 h 0"/>
                <a:gd name="GluePoint2X" fmla="*/ 5760 w 0"/>
                <a:gd name="GluePoint2Y" fmla="*/ 0 h 0"/>
                <a:gd name="GluePoint3X" fmla="*/ 5760 w 0"/>
                <a:gd name="GluePoint3Y" fmla="*/ 528 h 0"/>
                <a:gd name="GluePoint4X" fmla="*/ 48 w 0"/>
                <a:gd name="GluePoint4Y" fmla="*/ 0 h 0"/>
              </a:gdLst>
              <a:ahLst/>
              <a:cxnLst>
                <a:cxn ang="0">
                  <a:pos x="GluePoint1X" y="GluePoint1Y"/>
                </a:cxn>
                <a:cxn ang="0">
                  <a:pos x="GluePoint2X" y="GluePoint2Y"/>
                </a:cxn>
                <a:cxn ang="0">
                  <a:pos x="GluePoint3X" y="GluePoint3Y"/>
                </a:cxn>
                <a:cxn ang="0">
                  <a:pos x="GluePoint4X" y="GluePoint4Y"/>
                </a:cxn>
              </a:cxnLst>
              <a:rect l="l" t="t" r="r" b="b"/>
              <a:pathLst>
                <a:path w="5760" h="528">
                  <a:moveTo>
                    <a:pt x="0" y="0"/>
                  </a:moveTo>
                  <a:lnTo>
                    <a:pt x="5760" y="0"/>
                  </a:lnTo>
                  <a:lnTo>
                    <a:pt x="5760" y="528"/>
                  </a:lnTo>
                  <a:lnTo>
                    <a:pt x="48" y="0"/>
                  </a:lnTo>
                </a:path>
              </a:pathLst>
            </a:custGeom>
            <a:solidFill>
              <a:srgbClr val="000000"/>
            </a:solidFill>
            <a:ln w="9525">
              <a:noFill/>
            </a:ln>
          </p:spPr>
          <p:style>
            <a:lnRef idx="0"/>
            <a:fillRef idx="0"/>
            <a:effectRef idx="0"/>
            <a:fontRef idx="minor"/>
          </p:style>
          <p:txBody>
            <a:bodyPr anchor="t">
              <a:noAutofit/>
            </a:bodyPr>
            <a:p>
              <a:endParaRPr lang="en-US" sz="1800" b="0" u="none" strike="noStrike">
                <a:solidFill>
                  <a:schemeClr val="dk1"/>
                </a:solidFill>
                <a:effectLst/>
                <a:uFillTx/>
                <a:latin typeface="Lucida Sans Unicode"/>
              </a:endParaRPr>
            </a:p>
          </p:txBody>
        </p:sp>
        <p:sp>
          <p:nvSpPr>
            <p:cNvPr id="11" name="Freeform 10"/>
            <p:cNvSpPr/>
            <p:nvPr/>
          </p:nvSpPr>
          <p:spPr>
            <a:xfrm>
              <a:off x="0" y="5001120"/>
              <a:ext cx="9143640" cy="1863720"/>
            </a:xfrm>
            <a:custGeom>
              <a:avLst/>
              <a:gdLst>
                <a:gd name="GluePoint1X" fmla="*/ 0 w 0"/>
                <a:gd name="GluePoint1Y" fmla="*/ 0 h 0"/>
                <a:gd name="GluePoint2X" fmla="*/ 0 w 0"/>
                <a:gd name="GluePoint2Y" fmla="*/ 1248 h 0"/>
                <a:gd name="GluePoint3X" fmla="*/ 5760 w 0"/>
                <a:gd name="GluePoint3Y" fmla="*/ 1248 h 0"/>
                <a:gd name="GluePoint4X" fmla="*/ 5760 w 0"/>
                <a:gd name="GluePoint4Y" fmla="*/ 528 h 0"/>
                <a:gd name="GluePoint5X" fmla="*/ 0 w 0"/>
                <a:gd name="GluePoint5Y" fmla="*/ 0 h 0"/>
              </a:gdLst>
              <a:ahLst/>
              <a:cxnLst>
                <a:cxn ang="0">
                  <a:pos x="GluePoint1X" y="GluePoint1Y"/>
                </a:cxn>
                <a:cxn ang="0">
                  <a:pos x="GluePoint2X" y="GluePoint2Y"/>
                </a:cxn>
                <a:cxn ang="0">
                  <a:pos x="GluePoint3X" y="GluePoint3Y"/>
                </a:cxn>
                <a:cxn ang="0">
                  <a:pos x="GluePoint4X" y="GluePoint4Y"/>
                </a:cxn>
                <a:cxn ang="0">
                  <a:pos x="GluePoint5X" y="GluePoint5Y"/>
                </a:cxn>
              </a:cxnLst>
              <a:rect l="l" t="t" r="r" b="b"/>
              <a:pathLst>
                <a:path w="5760" h="1248">
                  <a:moveTo>
                    <a:pt x="0" y="0"/>
                  </a:moveTo>
                  <a:lnTo>
                    <a:pt x="0" y="1248"/>
                  </a:lnTo>
                  <a:lnTo>
                    <a:pt x="5760" y="1248"/>
                  </a:lnTo>
                  <a:lnTo>
                    <a:pt x="5760" y="528"/>
                  </a:lnTo>
                  <a:lnTo>
                    <a:pt x="0" y="0"/>
                  </a:lnTo>
                  <a:close/>
                </a:path>
              </a:pathLst>
            </a:custGeom>
            <a:blipFill rotWithShape="0">
              <a:blip r:embed="rId3">
                <a:alphaModFix amt="50000"/>
              </a:blip>
              <a:srcRect/>
              <a:tile tx="0" ty="0" sx="50000" sy="50000" algn="t"/>
            </a:blipFill>
            <a:ln w="12700">
              <a:noFill/>
            </a:ln>
            <a:effectLst>
              <a:outerShdw blurRad="50760" dir="5400000" dist="38160" rotWithShape="0">
                <a:srgbClr val="000000">
                  <a:alpha val="35000"/>
                </a:srgbClr>
              </a:outerShdw>
            </a:effectLst>
          </p:spPr>
          <p:style>
            <a:lnRef idx="3">
              <a:schemeClr val="lt1"/>
            </a:lnRef>
            <a:fillRef idx="1">
              <a:schemeClr val="accent1"/>
            </a:fillRef>
            <a:effectRef idx="1">
              <a:schemeClr val="accent1"/>
            </a:effectRef>
            <a:fontRef idx="minor"/>
          </p:style>
          <p:txBody>
            <a:bodyPr anchor="ctr">
              <a:noAutofit/>
            </a:bodyPr>
            <a:p>
              <a:endParaRPr lang="en-US" sz="1800" b="0" u="none" strike="noStrike">
                <a:solidFill>
                  <a:schemeClr val="lt1"/>
                </a:solidFill>
                <a:effectLst/>
                <a:uFillTx/>
                <a:latin typeface="Lucida Sans Unicode"/>
              </a:endParaRPr>
            </a:p>
          </p:txBody>
        </p:sp>
        <p:cxnSp>
          <p:nvCxnSpPr>
            <p:cNvPr id="12" name="Straight Connector 11"/>
            <p:cNvCxnSpPr/>
            <p:nvPr/>
          </p:nvCxnSpPr>
          <p:spPr>
            <a:xfrm>
              <a:off x="-3600" y="4997520"/>
              <a:ext cx="9147960" cy="790560"/>
            </a:xfrm>
            <a:prstGeom prst="straightConnector1">
              <a:avLst/>
            </a:prstGeom>
            <a:ln w="12065">
              <a:solidFill>
                <a:srgbClr val="196F85"/>
              </a:solidFill>
              <a:miter/>
            </a:ln>
          </p:spPr>
        </p:cxnSp>
      </p:grpSp>
      <p:sp>
        <p:nvSpPr>
          <p:cNvPr id="13" name="PlaceHolder 2"/>
          <p:cNvSpPr>
            <a:spLocks noGrp="1"/>
          </p:cNvSpPr>
          <p:nvPr>
            <p:ph type="dt" idx="1"/>
          </p:nvPr>
        </p:nvSpPr>
        <p:spPr>
          <a:xfrm>
            <a:off x="6726960" y="6408000"/>
            <a:ext cx="1919880" cy="365400"/>
          </a:xfrm>
          <a:prstGeom prst="rect">
            <a:avLst/>
          </a:prstGeom>
          <a:noFill/>
          <a:ln w="0">
            <a:noFill/>
          </a:ln>
        </p:spPr>
        <p:txBody>
          <a:bodyPr lIns="90000" tIns="45000" rIns="90000" bIns="45000" anchor="b">
            <a:noAutofit/>
          </a:bodyPr>
          <a:lstStyle>
            <a:lvl1pPr indent="0" algn="l" defTabSz="914400">
              <a:lnSpc>
                <a:spcPct val="100000"/>
              </a:lnSpc>
              <a:buNone/>
              <a:defRPr lang="en-GB" sz="1000" b="0" u="none" strike="noStrike">
                <a:solidFill>
                  <a:schemeClr val="dk1"/>
                </a:solidFill>
                <a:effectLst/>
                <a:uFillTx/>
                <a:latin typeface="Lucida Sans Unicode"/>
              </a:defRPr>
            </a:lvl1pPr>
          </a:lstStyle>
          <a:p>
            <a:pPr indent="0" algn="l" defTabSz="914400">
              <a:lnSpc>
                <a:spcPct val="100000"/>
              </a:lnSpc>
              <a:buNone/>
            </a:pPr>
            <a:r>
              <a:rPr lang="en-GB" sz="1000" b="0" u="none" strike="noStrike">
                <a:solidFill>
                  <a:schemeClr val="dk1"/>
                </a:solidFill>
                <a:effectLst/>
                <a:uFillTx/>
                <a:latin typeface="Lucida Sans Unicode"/>
              </a:rPr>
              <a:t>&lt;date/time&gt;</a:t>
            </a:r>
            <a:endParaRPr lang="en-US" sz="1000" b="0" u="none" strike="noStrike">
              <a:solidFill>
                <a:srgbClr val="000000"/>
              </a:solidFill>
              <a:effectLst/>
              <a:uFillTx/>
              <a:latin typeface="Times New Roman"/>
            </a:endParaRPr>
          </a:p>
        </p:txBody>
      </p:sp>
      <p:sp>
        <p:nvSpPr>
          <p:cNvPr id="14" name="PlaceHolder 3"/>
          <p:cNvSpPr>
            <a:spLocks noGrp="1"/>
          </p:cNvSpPr>
          <p:nvPr>
            <p:ph type="ftr" idx="2"/>
          </p:nvPr>
        </p:nvSpPr>
        <p:spPr>
          <a:xfrm>
            <a:off x="4380120" y="6408000"/>
            <a:ext cx="2350440" cy="364680"/>
          </a:xfrm>
          <a:prstGeom prst="rect">
            <a:avLst/>
          </a:prstGeom>
          <a:noFill/>
          <a:ln w="0">
            <a:noFill/>
          </a:ln>
        </p:spPr>
        <p:txBody>
          <a:bodyPr lIns="90000" tIns="45000" rIns="90000" bIns="45000" anchor="b">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4"/>
          <p:cNvSpPr>
            <a:spLocks noGrp="1"/>
          </p:cNvSpPr>
          <p:nvPr>
            <p:ph type="sldNum" idx="3"/>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GB" sz="1000" b="0" u="none" strike="noStrike">
                <a:solidFill>
                  <a:schemeClr val="dk1"/>
                </a:solidFill>
                <a:effectLst/>
                <a:uFillTx/>
                <a:latin typeface="Lucida Sans Unicode"/>
              </a:defRPr>
            </a:lvl1pPr>
          </a:lstStyle>
          <a:p>
            <a:pPr indent="0" algn="r" defTabSz="914400">
              <a:lnSpc>
                <a:spcPct val="100000"/>
              </a:lnSpc>
              <a:buNone/>
            </a:pPr>
            <a:fld id="{94829726-9D8C-4F3F-965E-D87F32C8C108}" type="slidenum">
              <a:rPr lang="en-GB" sz="1000" b="0" u="none" strike="noStrike">
                <a:solidFill>
                  <a:schemeClr val="dk1"/>
                </a:solidFill>
                <a:effectLst/>
                <a:uFillTx/>
                <a:latin typeface="Lucida Sans Unicode"/>
              </a:rPr>
              <a:t>&lt;number&gt;</a:t>
            </a:fld>
            <a:endParaRPr lang="en-US" sz="1000" b="0" u="none" strike="noStrike">
              <a:solidFill>
                <a:srgbClr val="000000"/>
              </a:solidFill>
              <a:effectLst/>
              <a:uFillTx/>
              <a:latin typeface="Times New Roman"/>
            </a:endParaRPr>
          </a:p>
        </p:txBody>
      </p:sp>
    </p:spTree>
  </p:cSld>
  <p:clrMap bg1="dk1" tx1="lt1" bg2="dk2" tx2="lt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5.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5.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jpeg"/><Relationship Id="rId3" Type="http://schemas.openxmlformats.org/officeDocument/2006/relationships/slideLayout" Target="../slideLayouts/slideLayout5.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object 2"/>
          <p:cNvSpPr/>
          <p:nvPr/>
        </p:nvSpPr>
        <p:spPr>
          <a:xfrm>
            <a:off x="0" y="0"/>
            <a:ext cx="9143640" cy="6857640"/>
          </a:xfrm>
          <a:prstGeom prst="rect">
            <a:avLst/>
          </a:prstGeom>
          <a:blipFill rotWithShape="0">
            <a:blip r:embed="rId1"/>
            <a:srcRect/>
            <a:stretch/>
          </a:blip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34" name="object 3"/>
          <p:cNvSpPr/>
          <p:nvPr/>
        </p:nvSpPr>
        <p:spPr>
          <a:xfrm>
            <a:off x="700920" y="1101960"/>
            <a:ext cx="7514640" cy="1593720"/>
          </a:xfrm>
          <a:prstGeom prst="rect">
            <a:avLst/>
          </a:prstGeom>
          <a:blipFill rotWithShape="0">
            <a:blip r:embed="rId2"/>
            <a:srcRect/>
            <a:stretch/>
          </a:blip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35" name="object 4"/>
          <p:cNvSpPr/>
          <p:nvPr/>
        </p:nvSpPr>
        <p:spPr>
          <a:xfrm>
            <a:off x="1623240" y="825840"/>
            <a:ext cx="5787720" cy="2332800"/>
          </a:xfrm>
          <a:prstGeom prst="rect">
            <a:avLst/>
          </a:prstGeom>
          <a:blipFill rotWithShape="0">
            <a:blip r:embed="rId3"/>
            <a:srcRect/>
            <a:stretch/>
          </a:blip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36" name="PlaceHolder 1"/>
          <p:cNvSpPr>
            <a:spLocks noGrp="1"/>
          </p:cNvSpPr>
          <p:nvPr>
            <p:ph type="title"/>
          </p:nvPr>
        </p:nvSpPr>
        <p:spPr>
          <a:xfrm>
            <a:off x="1623240" y="1008720"/>
            <a:ext cx="7269120" cy="1694160"/>
          </a:xfrm>
          <a:prstGeom prst="rect">
            <a:avLst/>
          </a:prstGeom>
          <a:noFill/>
          <a:ln w="0">
            <a:noFill/>
          </a:ln>
        </p:spPr>
        <p:txBody>
          <a:bodyPr lIns="0" tIns="52200" rIns="0" bIns="0" anchor="ctr">
            <a:spAutoFit/>
          </a:bodyPr>
          <a:p>
            <a:pPr marL="832320" indent="-820440" algn="l">
              <a:lnSpc>
                <a:spcPts val="6361"/>
              </a:lnSpc>
              <a:spcBef>
                <a:spcPts val="408"/>
              </a:spcBef>
              <a:buNone/>
              <a:tabLst>
                <a:tab pos="0" algn="l"/>
              </a:tabLst>
            </a:pPr>
            <a:r>
              <a:rPr lang="en-US" sz="5400" b="1" u="none" strike="noStrike">
                <a:solidFill>
                  <a:schemeClr val="dk1"/>
                </a:solidFill>
                <a:effectLst/>
                <a:uFillTx/>
                <a:latin typeface="Calibri"/>
              </a:rPr>
              <a:t>GENE EXPRESSION &amp; REGULATION</a:t>
            </a:r>
            <a:endParaRPr lang="en-US" sz="5400" b="1" u="none" strike="noStrike">
              <a:solidFill>
                <a:schemeClr val="dk2"/>
              </a:solidFill>
              <a:effectLst/>
              <a:uFillTx/>
              <a:latin typeface="Lucida Sans Unicode"/>
            </a:endParaRPr>
          </a:p>
        </p:txBody>
      </p:sp>
      <p:sp>
        <p:nvSpPr>
          <p:cNvPr id="137" name="object 9"/>
          <p:cNvSpPr/>
          <p:nvPr/>
        </p:nvSpPr>
        <p:spPr>
          <a:xfrm>
            <a:off x="7320960" y="2971800"/>
            <a:ext cx="1822680" cy="1557000"/>
          </a:xfrm>
          <a:prstGeom prst="rect">
            <a:avLst/>
          </a:prstGeom>
          <a:blipFill rotWithShape="0">
            <a:blip r:embed="rId4"/>
            <a:srcRect/>
            <a:stretch/>
          </a:blip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1907640" y="269640"/>
            <a:ext cx="4195080" cy="1262880"/>
          </a:xfrm>
          <a:prstGeom prst="rect">
            <a:avLst/>
          </a:prstGeom>
          <a:noFill/>
          <a:ln w="0">
            <a:noFill/>
          </a:ln>
        </p:spPr>
        <p:txBody>
          <a:bodyPr lIns="0" tIns="13320" rIns="0" bIns="0" anchor="ctr">
            <a:spAutoFit/>
          </a:bodyPr>
          <a:p>
            <a:pPr marL="12600" indent="0" algn="ctr">
              <a:lnSpc>
                <a:spcPct val="100000"/>
              </a:lnSpc>
              <a:spcBef>
                <a:spcPts val="105"/>
              </a:spcBef>
              <a:buNone/>
            </a:pPr>
            <a:r>
              <a:rPr lang="en-US" sz="4100" b="1" u="none" strike="noStrike">
                <a:solidFill>
                  <a:schemeClr val="dk2"/>
                </a:solidFill>
                <a:effectLst/>
                <a:uFillTx/>
                <a:latin typeface="Lucida Sans Unicode"/>
              </a:rPr>
              <a:t>INTRODUCTION</a:t>
            </a:r>
            <a:endParaRPr lang="en-US" sz="4100" b="1" u="none" strike="noStrike">
              <a:solidFill>
                <a:schemeClr val="dk2"/>
              </a:solidFill>
              <a:effectLst/>
              <a:uFillTx/>
              <a:latin typeface="Lucida Sans Unicode"/>
            </a:endParaRPr>
          </a:p>
        </p:txBody>
      </p:sp>
      <p:sp>
        <p:nvSpPr>
          <p:cNvPr id="139" name="object 3"/>
          <p:cNvSpPr/>
          <p:nvPr/>
        </p:nvSpPr>
        <p:spPr>
          <a:xfrm>
            <a:off x="536040" y="1610280"/>
            <a:ext cx="8059680" cy="4549320"/>
          </a:xfrm>
          <a:prstGeom prst="rect">
            <a:avLst/>
          </a:prstGeom>
          <a:noFill/>
          <a:ln w="0">
            <a:noFill/>
          </a:ln>
        </p:spPr>
        <p:style>
          <a:lnRef idx="0"/>
          <a:fillRef idx="0"/>
          <a:effectRef idx="0"/>
          <a:fontRef idx="minor"/>
        </p:style>
        <p:txBody>
          <a:bodyPr lIns="0" tIns="12240" rIns="0" bIns="0" anchor="t">
            <a:spAutoFit/>
          </a:bodyPr>
          <a:p>
            <a:pPr marL="355680" indent="-343080" defTabSz="914400">
              <a:lnSpc>
                <a:spcPct val="100000"/>
              </a:lnSpc>
              <a:spcBef>
                <a:spcPts val="96"/>
              </a:spcBef>
              <a:buClr>
                <a:srgbClr val="000000"/>
              </a:buClr>
              <a:buFont typeface="Wingdings" charset="2"/>
              <a:buChar char=""/>
              <a:tabLst>
                <a:tab pos="356400" algn="l"/>
              </a:tabLst>
            </a:pPr>
            <a:r>
              <a:rPr lang="en-US" sz="2800" b="0" u="none" spc="-215" strike="noStrike">
                <a:solidFill>
                  <a:schemeClr val="dk1"/>
                </a:solidFill>
                <a:effectLst/>
                <a:uFillTx/>
                <a:latin typeface="Arial"/>
              </a:rPr>
              <a:t>DNA, </a:t>
            </a:r>
            <a:r>
              <a:rPr lang="en-US" sz="2800" b="0" u="none" spc="-34" strike="noStrike">
                <a:solidFill>
                  <a:schemeClr val="dk1"/>
                </a:solidFill>
                <a:effectLst/>
                <a:uFillTx/>
                <a:latin typeface="Arial"/>
              </a:rPr>
              <a:t>the </a:t>
            </a:r>
            <a:r>
              <a:rPr lang="en-US" sz="2800" b="0" u="none" spc="-130" strike="noStrike">
                <a:solidFill>
                  <a:schemeClr val="dk1"/>
                </a:solidFill>
                <a:effectLst/>
                <a:uFillTx/>
                <a:latin typeface="Arial"/>
              </a:rPr>
              <a:t>chemical </a:t>
            </a:r>
            <a:r>
              <a:rPr lang="en-US" sz="2800" b="0" u="none" spc="-113" strike="noStrike">
                <a:solidFill>
                  <a:schemeClr val="dk1"/>
                </a:solidFill>
                <a:effectLst/>
                <a:uFillTx/>
                <a:latin typeface="Arial"/>
              </a:rPr>
              <a:t>vehicle </a:t>
            </a:r>
            <a:r>
              <a:rPr lang="en-US" sz="2800" b="0" u="none" spc="-91" strike="noStrike">
                <a:solidFill>
                  <a:schemeClr val="dk1"/>
                </a:solidFill>
                <a:effectLst/>
                <a:uFillTx/>
                <a:latin typeface="Arial"/>
              </a:rPr>
              <a:t>heredity, </a:t>
            </a:r>
            <a:r>
              <a:rPr lang="en-US" sz="2800" b="0" u="none" spc="-145" strike="noStrike">
                <a:solidFill>
                  <a:schemeClr val="dk1"/>
                </a:solidFill>
                <a:effectLst/>
                <a:uFillTx/>
                <a:latin typeface="Arial"/>
              </a:rPr>
              <a:t>is </a:t>
            </a:r>
            <a:r>
              <a:rPr lang="en-US" sz="2800" b="0" u="none" spc="-150" strike="noStrike">
                <a:solidFill>
                  <a:schemeClr val="dk1"/>
                </a:solidFill>
                <a:effectLst/>
                <a:uFillTx/>
                <a:latin typeface="Arial"/>
              </a:rPr>
              <a:t>composed</a:t>
            </a:r>
            <a:r>
              <a:rPr lang="en-US" sz="2800" b="0" u="none" spc="-184" strike="noStrike">
                <a:solidFill>
                  <a:schemeClr val="dk1"/>
                </a:solidFill>
                <a:effectLst/>
                <a:uFillTx/>
                <a:latin typeface="Arial"/>
              </a:rPr>
              <a:t> </a:t>
            </a:r>
            <a:r>
              <a:rPr lang="en-US" sz="2800" b="0" u="none" spc="-11" strike="noStrike">
                <a:solidFill>
                  <a:schemeClr val="dk1"/>
                </a:solidFill>
                <a:effectLst/>
                <a:uFillTx/>
                <a:latin typeface="Arial"/>
              </a:rPr>
              <a:t>of</a:t>
            </a:r>
            <a:endParaRPr lang="en-US" sz="2800" b="0" u="none" strike="noStrike">
              <a:solidFill>
                <a:srgbClr val="000000"/>
              </a:solidFill>
              <a:effectLst/>
              <a:uFillTx/>
              <a:latin typeface="Arial"/>
            </a:endParaRPr>
          </a:p>
          <a:p>
            <a:pPr marL="355680" defTabSz="914400">
              <a:lnSpc>
                <a:spcPct val="100000"/>
              </a:lnSpc>
              <a:spcBef>
                <a:spcPts val="6"/>
              </a:spcBef>
              <a:tabLst>
                <a:tab pos="356400" algn="l"/>
              </a:tabLst>
            </a:pPr>
            <a:r>
              <a:rPr lang="en-US" sz="2800" b="1" u="none" spc="-156" strike="noStrike">
                <a:solidFill>
                  <a:schemeClr val="dk1"/>
                </a:solidFill>
                <a:effectLst/>
                <a:uFillTx/>
                <a:latin typeface="Trebuchet MS"/>
              </a:rPr>
              <a:t>functional </a:t>
            </a:r>
            <a:r>
              <a:rPr lang="en-US" sz="2800" b="1" u="none" spc="-130" strike="noStrike">
                <a:solidFill>
                  <a:schemeClr val="dk1"/>
                </a:solidFill>
                <a:effectLst/>
                <a:uFillTx/>
                <a:latin typeface="Trebuchet MS"/>
              </a:rPr>
              <a:t>units</a:t>
            </a:r>
            <a:r>
              <a:rPr lang="en-US" sz="2800" b="0" u="none" spc="-130" strike="noStrike">
                <a:solidFill>
                  <a:schemeClr val="dk1"/>
                </a:solidFill>
                <a:effectLst/>
                <a:uFillTx/>
                <a:latin typeface="Arial"/>
              </a:rPr>
              <a:t>, </a:t>
            </a:r>
            <a:r>
              <a:rPr lang="en-US" sz="2800" b="0" u="none" spc="-119" strike="noStrike">
                <a:solidFill>
                  <a:schemeClr val="dk1"/>
                </a:solidFill>
                <a:effectLst/>
                <a:uFillTx/>
                <a:latin typeface="Arial"/>
              </a:rPr>
              <a:t>namely</a:t>
            </a:r>
            <a:r>
              <a:rPr lang="en-US" sz="2800" b="0" u="none" spc="-190" strike="noStrike">
                <a:solidFill>
                  <a:schemeClr val="dk1"/>
                </a:solidFill>
                <a:effectLst/>
                <a:uFillTx/>
                <a:latin typeface="Arial"/>
              </a:rPr>
              <a:t> </a:t>
            </a:r>
            <a:r>
              <a:rPr lang="en-US" sz="2800" b="1" u="none" spc="-145" strike="noStrike">
                <a:solidFill>
                  <a:schemeClr val="dk1"/>
                </a:solidFill>
                <a:effectLst/>
                <a:uFillTx/>
                <a:latin typeface="Trebuchet MS"/>
              </a:rPr>
              <a:t>genes</a:t>
            </a:r>
            <a:r>
              <a:rPr lang="en-US" sz="2800" b="0" u="none" spc="-145" strike="noStrike">
                <a:solidFill>
                  <a:schemeClr val="dk1"/>
                </a:solidFill>
                <a:effectLst/>
                <a:uFillTx/>
                <a:latin typeface="Arial"/>
              </a:rPr>
              <a:t>.</a:t>
            </a:r>
            <a:endParaRPr lang="en-US" sz="2800" b="0" u="none" strike="noStrike">
              <a:solidFill>
                <a:srgbClr val="000000"/>
              </a:solidFill>
              <a:effectLst/>
              <a:uFillTx/>
              <a:latin typeface="Arial"/>
            </a:endParaRPr>
          </a:p>
          <a:p>
            <a:pPr marL="355680" indent="-343080" defTabSz="914400">
              <a:lnSpc>
                <a:spcPct val="100000"/>
              </a:lnSpc>
              <a:spcBef>
                <a:spcPts val="669"/>
              </a:spcBef>
              <a:buClr>
                <a:srgbClr val="000000"/>
              </a:buClr>
              <a:buFont typeface="Wingdings" charset="2"/>
              <a:buChar char=""/>
              <a:tabLst>
                <a:tab pos="356400" algn="l"/>
              </a:tabLst>
            </a:pPr>
            <a:r>
              <a:rPr lang="en-US" sz="2800" b="0" u="none" spc="-204" strike="noStrike">
                <a:solidFill>
                  <a:schemeClr val="dk1"/>
                </a:solidFill>
                <a:effectLst/>
                <a:uFillTx/>
                <a:latin typeface="Arial"/>
              </a:rPr>
              <a:t>The </a:t>
            </a:r>
            <a:r>
              <a:rPr lang="en-US" sz="2800" b="0" u="none" spc="-26" strike="noStrike">
                <a:solidFill>
                  <a:schemeClr val="dk1"/>
                </a:solidFill>
                <a:effectLst/>
                <a:uFillTx/>
                <a:latin typeface="Arial"/>
              </a:rPr>
              <a:t>term </a:t>
            </a:r>
            <a:r>
              <a:rPr lang="en-US" sz="2800" b="1" u="none" spc="-150" strike="noStrike">
                <a:solidFill>
                  <a:schemeClr val="dk1"/>
                </a:solidFill>
                <a:effectLst/>
                <a:uFillTx/>
                <a:latin typeface="Trebuchet MS"/>
              </a:rPr>
              <a:t>genome </a:t>
            </a:r>
            <a:r>
              <a:rPr lang="en-US" sz="2800" b="0" u="none" spc="-113" strike="noStrike">
                <a:solidFill>
                  <a:schemeClr val="dk1"/>
                </a:solidFill>
                <a:effectLst/>
                <a:uFillTx/>
                <a:latin typeface="Arial"/>
              </a:rPr>
              <a:t>refers </a:t>
            </a:r>
            <a:r>
              <a:rPr lang="en-US" sz="2800" b="0" u="none" spc="20" strike="noStrike">
                <a:solidFill>
                  <a:schemeClr val="dk1"/>
                </a:solidFill>
                <a:effectLst/>
                <a:uFillTx/>
                <a:latin typeface="Arial"/>
              </a:rPr>
              <a:t>to </a:t>
            </a:r>
            <a:r>
              <a:rPr lang="en-US" sz="2800" b="0" u="none" spc="-34" strike="noStrike">
                <a:solidFill>
                  <a:schemeClr val="dk1"/>
                </a:solidFill>
                <a:effectLst/>
                <a:uFillTx/>
                <a:latin typeface="Arial"/>
              </a:rPr>
              <a:t>the </a:t>
            </a:r>
            <a:r>
              <a:rPr lang="en-US" sz="2800" b="0" u="none" spc="-6" strike="noStrike">
                <a:solidFill>
                  <a:schemeClr val="dk1"/>
                </a:solidFill>
                <a:effectLst/>
                <a:uFillTx/>
                <a:latin typeface="Arial"/>
              </a:rPr>
              <a:t>total</a:t>
            </a:r>
            <a:r>
              <a:rPr lang="en-US" sz="2800" b="0" u="none" spc="-584" strike="noStrike">
                <a:solidFill>
                  <a:schemeClr val="dk1"/>
                </a:solidFill>
                <a:effectLst/>
                <a:uFillTx/>
                <a:latin typeface="Arial"/>
              </a:rPr>
              <a:t> </a:t>
            </a:r>
            <a:r>
              <a:rPr lang="en-US" sz="2800" b="0" u="none" spc="-111" strike="noStrike">
                <a:solidFill>
                  <a:schemeClr val="dk1"/>
                </a:solidFill>
                <a:effectLst/>
                <a:uFillTx/>
                <a:latin typeface="Arial"/>
              </a:rPr>
              <a:t>genetic  </a:t>
            </a:r>
            <a:r>
              <a:rPr lang="en-US" sz="2800" b="0" u="none" spc="-45" strike="noStrike">
                <a:solidFill>
                  <a:schemeClr val="dk1"/>
                </a:solidFill>
                <a:effectLst/>
                <a:uFillTx/>
                <a:latin typeface="Arial"/>
              </a:rPr>
              <a:t>information </a:t>
            </a:r>
            <a:r>
              <a:rPr lang="en-US" sz="2800" b="0" u="none" spc="-99" strike="noStrike">
                <a:solidFill>
                  <a:schemeClr val="dk1"/>
                </a:solidFill>
                <a:effectLst/>
                <a:uFillTx/>
                <a:latin typeface="Arial"/>
              </a:rPr>
              <a:t>contained </a:t>
            </a:r>
            <a:r>
              <a:rPr lang="en-US" sz="2800" b="0" u="none" spc="-34" strike="noStrike">
                <a:solidFill>
                  <a:schemeClr val="dk1"/>
                </a:solidFill>
                <a:effectLst/>
                <a:uFillTx/>
                <a:latin typeface="Arial"/>
              </a:rPr>
              <a:t>in </a:t>
            </a:r>
            <a:r>
              <a:rPr lang="en-US" sz="2800" b="0" u="none" spc="-221" strike="noStrike">
                <a:solidFill>
                  <a:schemeClr val="dk1"/>
                </a:solidFill>
                <a:effectLst/>
                <a:uFillTx/>
                <a:latin typeface="Arial"/>
              </a:rPr>
              <a:t>a</a:t>
            </a:r>
            <a:r>
              <a:rPr lang="en-US" sz="2800" b="0" u="none" spc="-386" strike="noStrike">
                <a:solidFill>
                  <a:schemeClr val="dk1"/>
                </a:solidFill>
                <a:effectLst/>
                <a:uFillTx/>
                <a:latin typeface="Arial"/>
              </a:rPr>
              <a:t> </a:t>
            </a:r>
            <a:r>
              <a:rPr lang="en-US" sz="2800" b="0" u="none" spc="-85" strike="noStrike">
                <a:solidFill>
                  <a:schemeClr val="dk1"/>
                </a:solidFill>
                <a:effectLst/>
                <a:uFillTx/>
                <a:latin typeface="Arial"/>
              </a:rPr>
              <a:t>cell.</a:t>
            </a:r>
            <a:endParaRPr lang="en-US" sz="2800" b="0" u="none" strike="noStrike">
              <a:solidFill>
                <a:srgbClr val="000000"/>
              </a:solidFill>
              <a:effectLst/>
              <a:uFillTx/>
              <a:latin typeface="Arial"/>
            </a:endParaRPr>
          </a:p>
          <a:p>
            <a:pPr marL="355680" indent="-343080" defTabSz="914400">
              <a:lnSpc>
                <a:spcPct val="100000"/>
              </a:lnSpc>
              <a:spcBef>
                <a:spcPts val="675"/>
              </a:spcBef>
              <a:buClr>
                <a:srgbClr val="000000"/>
              </a:buClr>
              <a:buFont typeface="Wingdings" charset="2"/>
              <a:buChar char=""/>
              <a:tabLst>
                <a:tab pos="356400" algn="l"/>
              </a:tabLst>
            </a:pPr>
            <a:r>
              <a:rPr lang="en-US" sz="2800" b="0" u="none" spc="-204" strike="noStrike">
                <a:solidFill>
                  <a:schemeClr val="dk1"/>
                </a:solidFill>
                <a:effectLst/>
                <a:uFillTx/>
                <a:latin typeface="Arial"/>
              </a:rPr>
              <a:t>The </a:t>
            </a:r>
            <a:r>
              <a:rPr lang="en-US" sz="2800" b="0" u="none" spc="-96" strike="noStrike">
                <a:solidFill>
                  <a:schemeClr val="dk1"/>
                </a:solidFill>
                <a:effectLst/>
                <a:uFillTx/>
                <a:latin typeface="Arial"/>
              </a:rPr>
              <a:t>bacteria </a:t>
            </a:r>
            <a:r>
              <a:rPr lang="en-US" sz="2800" b="0" u="none" spc="-150" strike="noStrike">
                <a:solidFill>
                  <a:schemeClr val="dk1"/>
                </a:solidFill>
                <a:effectLst/>
                <a:uFillTx/>
                <a:latin typeface="Arial"/>
              </a:rPr>
              <a:t>E.coli </a:t>
            </a:r>
            <a:r>
              <a:rPr lang="en-US" sz="2800" b="0" u="none" spc="-113" strike="noStrike">
                <a:solidFill>
                  <a:schemeClr val="dk1"/>
                </a:solidFill>
                <a:effectLst/>
                <a:uFillTx/>
                <a:latin typeface="Arial"/>
              </a:rPr>
              <a:t>contains </a:t>
            </a:r>
            <a:r>
              <a:rPr lang="en-US" sz="2800" b="0" u="none" spc="-65" strike="noStrike">
                <a:solidFill>
                  <a:schemeClr val="dk1"/>
                </a:solidFill>
                <a:effectLst/>
                <a:uFillTx/>
                <a:latin typeface="Arial"/>
              </a:rPr>
              <a:t>about </a:t>
            </a:r>
            <a:r>
              <a:rPr lang="en-US" sz="2800" b="0" u="none" spc="-130" strike="noStrike">
                <a:solidFill>
                  <a:schemeClr val="dk1"/>
                </a:solidFill>
                <a:effectLst/>
                <a:uFillTx/>
                <a:latin typeface="Arial"/>
              </a:rPr>
              <a:t>4,400 </a:t>
            </a:r>
            <a:r>
              <a:rPr lang="en-US" sz="2800" b="0" u="none" spc="-201" strike="noStrike">
                <a:solidFill>
                  <a:schemeClr val="dk1"/>
                </a:solidFill>
                <a:effectLst/>
                <a:uFillTx/>
                <a:latin typeface="Arial"/>
              </a:rPr>
              <a:t>genes  </a:t>
            </a:r>
            <a:r>
              <a:rPr lang="en-US" sz="2800" b="0" u="none" spc="-99" strike="noStrike">
                <a:solidFill>
                  <a:schemeClr val="dk1"/>
                </a:solidFill>
                <a:effectLst/>
                <a:uFillTx/>
                <a:latin typeface="Arial"/>
              </a:rPr>
              <a:t>present </a:t>
            </a:r>
            <a:r>
              <a:rPr lang="en-US" sz="2800" b="0" u="none" spc="-91" strike="noStrike">
                <a:solidFill>
                  <a:schemeClr val="dk1"/>
                </a:solidFill>
                <a:effectLst/>
                <a:uFillTx/>
                <a:latin typeface="Arial"/>
              </a:rPr>
              <a:t>on </a:t>
            </a:r>
            <a:r>
              <a:rPr lang="en-US" sz="2800" b="0" u="none" spc="-221" strike="noStrike">
                <a:solidFill>
                  <a:schemeClr val="dk1"/>
                </a:solidFill>
                <a:effectLst/>
                <a:uFillTx/>
                <a:latin typeface="Arial"/>
              </a:rPr>
              <a:t>a </a:t>
            </a:r>
            <a:r>
              <a:rPr lang="en-US" sz="2800" b="0" u="none" spc="-136" strike="noStrike">
                <a:solidFill>
                  <a:schemeClr val="dk1"/>
                </a:solidFill>
                <a:effectLst/>
                <a:uFillTx/>
                <a:latin typeface="Arial"/>
              </a:rPr>
              <a:t>single</a:t>
            </a:r>
            <a:r>
              <a:rPr lang="en-US" sz="2800" b="0" u="none" spc="-150" strike="noStrike">
                <a:solidFill>
                  <a:schemeClr val="dk1"/>
                </a:solidFill>
                <a:effectLst/>
                <a:uFillTx/>
                <a:latin typeface="Arial"/>
              </a:rPr>
              <a:t> </a:t>
            </a:r>
            <a:r>
              <a:rPr lang="en-US" sz="2800" b="0" u="none" spc="-125" strike="noStrike">
                <a:solidFill>
                  <a:schemeClr val="dk1"/>
                </a:solidFill>
                <a:effectLst/>
                <a:uFillTx/>
                <a:latin typeface="Arial"/>
              </a:rPr>
              <a:t>chromosome.</a:t>
            </a:r>
            <a:endParaRPr lang="en-US" sz="2800" b="0" u="none" strike="noStrike">
              <a:solidFill>
                <a:srgbClr val="000000"/>
              </a:solidFill>
              <a:effectLst/>
              <a:uFillTx/>
              <a:latin typeface="Arial"/>
            </a:endParaRPr>
          </a:p>
          <a:p>
            <a:pPr marL="355680" indent="-343080" defTabSz="914400">
              <a:lnSpc>
                <a:spcPct val="100000"/>
              </a:lnSpc>
              <a:spcBef>
                <a:spcPts val="675"/>
              </a:spcBef>
              <a:buClr>
                <a:srgbClr val="000000"/>
              </a:buClr>
              <a:buFont typeface="Wingdings" charset="2"/>
              <a:buChar char=""/>
              <a:tabLst>
                <a:tab pos="356400" algn="l"/>
              </a:tabLst>
            </a:pPr>
            <a:r>
              <a:rPr lang="en-US" sz="2800" b="0" u="none" spc="-204" strike="noStrike">
                <a:solidFill>
                  <a:schemeClr val="dk1"/>
                </a:solidFill>
                <a:effectLst/>
                <a:uFillTx/>
                <a:latin typeface="Arial"/>
              </a:rPr>
              <a:t>The </a:t>
            </a:r>
            <a:r>
              <a:rPr lang="en-US" sz="2800" b="1" u="none" spc="-156" strike="noStrike">
                <a:solidFill>
                  <a:schemeClr val="dk1"/>
                </a:solidFill>
                <a:effectLst/>
                <a:uFillTx/>
                <a:latin typeface="Trebuchet MS"/>
              </a:rPr>
              <a:t>genome </a:t>
            </a:r>
            <a:r>
              <a:rPr lang="en-US" sz="2800" b="1" u="none" spc="-113" strike="noStrike">
                <a:solidFill>
                  <a:schemeClr val="dk1"/>
                </a:solidFill>
                <a:effectLst/>
                <a:uFillTx/>
                <a:latin typeface="Trebuchet MS"/>
              </a:rPr>
              <a:t>of </a:t>
            </a:r>
            <a:r>
              <a:rPr lang="en-US" sz="2800" b="1" u="none" spc="-136" strike="noStrike">
                <a:solidFill>
                  <a:schemeClr val="dk1"/>
                </a:solidFill>
                <a:effectLst/>
                <a:uFillTx/>
                <a:latin typeface="Trebuchet MS"/>
              </a:rPr>
              <a:t>humans </a:t>
            </a:r>
            <a:r>
              <a:rPr lang="en-US" sz="2800" b="0" u="none" spc="-145" strike="noStrike">
                <a:solidFill>
                  <a:schemeClr val="dk1"/>
                </a:solidFill>
                <a:effectLst/>
                <a:uFillTx/>
                <a:latin typeface="Arial"/>
              </a:rPr>
              <a:t>is </a:t>
            </a:r>
            <a:r>
              <a:rPr lang="en-US" sz="2800" b="0" u="none" spc="-91" strike="noStrike">
                <a:solidFill>
                  <a:schemeClr val="dk1"/>
                </a:solidFill>
                <a:effectLst/>
                <a:uFillTx/>
                <a:latin typeface="Arial"/>
              </a:rPr>
              <a:t>more </a:t>
            </a:r>
            <a:r>
              <a:rPr lang="en-US" sz="2800" b="0" u="none" spc="-130" strike="noStrike">
                <a:solidFill>
                  <a:schemeClr val="dk1"/>
                </a:solidFill>
                <a:effectLst/>
                <a:uFillTx/>
                <a:latin typeface="Arial"/>
              </a:rPr>
              <a:t>complex, </a:t>
            </a:r>
            <a:r>
              <a:rPr lang="en-US" sz="2800" b="0" u="none" spc="14" strike="noStrike">
                <a:solidFill>
                  <a:schemeClr val="dk1"/>
                </a:solidFill>
                <a:effectLst/>
                <a:uFillTx/>
                <a:latin typeface="Arial"/>
              </a:rPr>
              <a:t>with </a:t>
            </a:r>
            <a:r>
              <a:rPr lang="en-US" sz="2800" b="0" u="none" spc="-139" strike="noStrike">
                <a:solidFill>
                  <a:schemeClr val="dk1"/>
                </a:solidFill>
                <a:effectLst/>
                <a:uFillTx/>
                <a:latin typeface="Arial"/>
              </a:rPr>
              <a:t>23  </a:t>
            </a:r>
            <a:r>
              <a:rPr lang="en-US" sz="2800" b="0" u="none" spc="-130" strike="noStrike">
                <a:solidFill>
                  <a:schemeClr val="dk1"/>
                </a:solidFill>
                <a:effectLst/>
                <a:uFillTx/>
                <a:latin typeface="Arial"/>
              </a:rPr>
              <a:t>pairs </a:t>
            </a:r>
            <a:r>
              <a:rPr lang="en-US" sz="2800" b="0" u="none" spc="-11" strike="noStrike">
                <a:solidFill>
                  <a:schemeClr val="dk1"/>
                </a:solidFill>
                <a:effectLst/>
                <a:uFillTx/>
                <a:latin typeface="Arial"/>
              </a:rPr>
              <a:t>of </a:t>
            </a:r>
            <a:r>
              <a:rPr lang="en-US" sz="2800" b="0" u="none" spc="-60" strike="noStrike">
                <a:solidFill>
                  <a:schemeClr val="dk1"/>
                </a:solidFill>
                <a:effectLst/>
                <a:uFillTx/>
                <a:latin typeface="Arial"/>
              </a:rPr>
              <a:t>(diploid) </a:t>
            </a:r>
            <a:r>
              <a:rPr lang="en-US" sz="2800" b="0" u="none" spc="-130" strike="noStrike">
                <a:solidFill>
                  <a:schemeClr val="dk1"/>
                </a:solidFill>
                <a:effectLst/>
                <a:uFillTx/>
                <a:latin typeface="Arial"/>
              </a:rPr>
              <a:t>chromosome </a:t>
            </a:r>
            <a:r>
              <a:rPr lang="en-US" sz="2800" b="0" u="none" spc="-96" strike="noStrike">
                <a:solidFill>
                  <a:schemeClr val="dk1"/>
                </a:solidFill>
                <a:effectLst/>
                <a:uFillTx/>
                <a:latin typeface="Arial"/>
              </a:rPr>
              <a:t>containing </a:t>
            </a:r>
            <a:r>
              <a:rPr lang="en-US" sz="2800" b="0" u="none" spc="-145" strike="noStrike">
                <a:solidFill>
                  <a:schemeClr val="dk1"/>
                </a:solidFill>
                <a:effectLst/>
                <a:uFillTx/>
                <a:latin typeface="Arial"/>
              </a:rPr>
              <a:t>6 </a:t>
            </a:r>
            <a:r>
              <a:rPr lang="en-US" sz="2800" b="0" u="none" spc="-34" strike="noStrike">
                <a:solidFill>
                  <a:schemeClr val="dk1"/>
                </a:solidFill>
                <a:effectLst/>
                <a:uFillTx/>
                <a:latin typeface="Arial"/>
              </a:rPr>
              <a:t>billion </a:t>
            </a:r>
            <a:r>
              <a:rPr lang="en-US" sz="2800" b="0" u="none" spc="-119" strike="noStrike">
                <a:solidFill>
                  <a:schemeClr val="dk1"/>
                </a:solidFill>
                <a:effectLst/>
                <a:uFillTx/>
                <a:latin typeface="Arial"/>
              </a:rPr>
              <a:t>(6  </a:t>
            </a:r>
            <a:r>
              <a:rPr lang="en-US" sz="2800" b="0" u="none" spc="-420" strike="noStrike">
                <a:solidFill>
                  <a:schemeClr val="dk1"/>
                </a:solidFill>
                <a:effectLst/>
                <a:uFillTx/>
                <a:latin typeface="Arial"/>
              </a:rPr>
              <a:t>X </a:t>
            </a:r>
            <a:r>
              <a:rPr lang="en-US" sz="2800" b="0" u="none" spc="-125" strike="noStrike">
                <a:solidFill>
                  <a:schemeClr val="dk1"/>
                </a:solidFill>
                <a:effectLst/>
                <a:uFillTx/>
                <a:latin typeface="Arial"/>
              </a:rPr>
              <a:t>10</a:t>
            </a:r>
            <a:r>
              <a:rPr lang="en-US" sz="2779" b="0" u="none" spc="-187" strike="noStrike" baseline="25000">
                <a:solidFill>
                  <a:schemeClr val="dk1"/>
                </a:solidFill>
                <a:effectLst/>
                <a:uFillTx/>
                <a:latin typeface="Arial"/>
              </a:rPr>
              <a:t>9 </a:t>
            </a:r>
            <a:r>
              <a:rPr lang="en-US" sz="2800" b="0" u="none" spc="-85" strike="noStrike">
                <a:solidFill>
                  <a:schemeClr val="dk1"/>
                </a:solidFill>
                <a:effectLst/>
                <a:uFillTx/>
                <a:latin typeface="Arial"/>
              </a:rPr>
              <a:t>) </a:t>
            </a:r>
            <a:r>
              <a:rPr lang="en-US" sz="2800" b="0" u="none" spc="-201" strike="noStrike">
                <a:solidFill>
                  <a:schemeClr val="dk1"/>
                </a:solidFill>
                <a:effectLst/>
                <a:uFillTx/>
                <a:latin typeface="Arial"/>
              </a:rPr>
              <a:t>base </a:t>
            </a:r>
            <a:r>
              <a:rPr lang="en-US" sz="2800" b="0" u="none" spc="-130" strike="noStrike">
                <a:solidFill>
                  <a:schemeClr val="dk1"/>
                </a:solidFill>
                <a:effectLst/>
                <a:uFillTx/>
                <a:latin typeface="Arial"/>
              </a:rPr>
              <a:t>pairs </a:t>
            </a:r>
            <a:r>
              <a:rPr lang="en-US" sz="2800" b="0" u="none" spc="-11" strike="noStrike">
                <a:solidFill>
                  <a:schemeClr val="dk1"/>
                </a:solidFill>
                <a:effectLst/>
                <a:uFillTx/>
                <a:latin typeface="Arial"/>
              </a:rPr>
              <a:t>of </a:t>
            </a:r>
            <a:r>
              <a:rPr lang="en-US" sz="2800" b="0" u="none" spc="-215" strike="noStrike">
                <a:solidFill>
                  <a:schemeClr val="dk1"/>
                </a:solidFill>
                <a:effectLst/>
                <a:uFillTx/>
                <a:latin typeface="Arial"/>
              </a:rPr>
              <a:t>DNA, </a:t>
            </a:r>
            <a:r>
              <a:rPr lang="en-US" sz="2800" b="0" u="none" spc="14" strike="noStrike">
                <a:solidFill>
                  <a:schemeClr val="dk1"/>
                </a:solidFill>
                <a:effectLst/>
                <a:uFillTx/>
                <a:latin typeface="Arial"/>
              </a:rPr>
              <a:t>with </a:t>
            </a:r>
            <a:r>
              <a:rPr lang="en-US" sz="2800" b="0" u="none" spc="-156" strike="noStrike">
                <a:solidFill>
                  <a:schemeClr val="dk1"/>
                </a:solidFill>
                <a:effectLst/>
                <a:uFillTx/>
                <a:latin typeface="Arial"/>
              </a:rPr>
              <a:t>an </a:t>
            </a:r>
            <a:r>
              <a:rPr lang="en-US" sz="2800" b="0" u="none" spc="-91" strike="noStrike">
                <a:solidFill>
                  <a:schemeClr val="dk1"/>
                </a:solidFill>
                <a:effectLst/>
                <a:uFillTx/>
                <a:latin typeface="Arial"/>
              </a:rPr>
              <a:t>estimated </a:t>
            </a:r>
            <a:r>
              <a:rPr lang="en-US" sz="2800" b="1" u="none" spc="-244" strike="noStrike">
                <a:solidFill>
                  <a:schemeClr val="dk1"/>
                </a:solidFill>
                <a:effectLst/>
                <a:uFillTx/>
                <a:latin typeface="Trebuchet MS"/>
              </a:rPr>
              <a:t>30,000 </a:t>
            </a:r>
            <a:r>
              <a:rPr lang="en-US" sz="2800" b="1" u="none" spc="360" strike="noStrike">
                <a:solidFill>
                  <a:schemeClr val="dk1"/>
                </a:solidFill>
                <a:effectLst/>
                <a:uFillTx/>
                <a:latin typeface="Trebuchet MS"/>
              </a:rPr>
              <a:t>–  </a:t>
            </a:r>
            <a:r>
              <a:rPr lang="en-US" sz="2800" b="1" u="none" spc="-241" strike="noStrike">
                <a:solidFill>
                  <a:schemeClr val="dk1"/>
                </a:solidFill>
                <a:effectLst/>
                <a:uFillTx/>
                <a:latin typeface="Trebuchet MS"/>
              </a:rPr>
              <a:t>40,000</a:t>
            </a:r>
            <a:r>
              <a:rPr lang="en-US" sz="2800" b="1" u="none" spc="-176" strike="noStrike">
                <a:solidFill>
                  <a:schemeClr val="dk1"/>
                </a:solidFill>
                <a:effectLst/>
                <a:uFillTx/>
                <a:latin typeface="Trebuchet MS"/>
              </a:rPr>
              <a:t> </a:t>
            </a:r>
            <a:r>
              <a:rPr lang="en-US" sz="2800" b="1" u="none" spc="-181" strike="noStrike">
                <a:solidFill>
                  <a:schemeClr val="dk1"/>
                </a:solidFill>
                <a:effectLst/>
                <a:uFillTx/>
                <a:latin typeface="Trebuchet MS"/>
              </a:rPr>
              <a:t>genes.</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p:nvPr>
        </p:nvSpPr>
        <p:spPr>
          <a:xfrm>
            <a:off x="457200" y="476640"/>
            <a:ext cx="8657280" cy="5530320"/>
          </a:xfrm>
          <a:prstGeom prst="rect">
            <a:avLst/>
          </a:prstGeom>
          <a:noFill/>
          <a:ln w="0">
            <a:noFill/>
          </a:ln>
        </p:spPr>
        <p:txBody>
          <a:bodyPr lIns="90000" tIns="45000" rIns="90000" bIns="45000" anchor="t">
            <a:normAutofit lnSpcReduction="9999"/>
          </a:bodyPr>
          <a:p>
            <a:pPr marL="365760" indent="-255960" algn="l">
              <a:lnSpc>
                <a:spcPct val="100000"/>
              </a:lnSpc>
              <a:spcBef>
                <a:spcPts val="400"/>
              </a:spcBef>
              <a:buClr>
                <a:srgbClr val="2DA2BF"/>
              </a:buClr>
              <a:buSzPct val="68000"/>
              <a:buFont typeface="Wingdings 3" charset="2"/>
              <a:buChar char=""/>
            </a:pPr>
            <a:r>
              <a:rPr lang="en-GB" sz="2700" b="0" u="none" strike="noStrike">
                <a:solidFill>
                  <a:schemeClr val="dk1"/>
                </a:solidFill>
                <a:effectLst/>
                <a:uFillTx/>
                <a:latin typeface="Lucida Sans Unicode"/>
              </a:rPr>
              <a:t>Expression of gene  means </a:t>
            </a:r>
            <a:endParaRPr lang="en-US" sz="2700" b="0" u="none" strike="noStrike">
              <a:solidFill>
                <a:schemeClr val="dk1"/>
              </a:solidFill>
              <a:effectLst/>
              <a:uFillTx/>
              <a:latin typeface="Lucida Sans Unicode"/>
            </a:endParaRPr>
          </a:p>
          <a:p>
            <a:pPr marL="109800" indent="0" algn="l">
              <a:lnSpc>
                <a:spcPct val="100000"/>
              </a:lnSpc>
              <a:spcBef>
                <a:spcPts val="400"/>
              </a:spcBef>
              <a:buNone/>
              <a:tabLst>
                <a:tab pos="0" algn="l"/>
              </a:tabLst>
            </a:pPr>
            <a:r>
              <a:rPr lang="en-GB" sz="2700" b="0" u="none" strike="noStrike">
                <a:solidFill>
                  <a:schemeClr val="dk1"/>
                </a:solidFill>
                <a:effectLst/>
                <a:uFillTx/>
                <a:latin typeface="Lucida Sans Unicode"/>
              </a:rPr>
              <a:t>synthesis of  the product </a:t>
            </a:r>
            <a:endParaRPr lang="en-US" sz="2700" b="0" u="none" strike="noStrike">
              <a:solidFill>
                <a:schemeClr val="dk1"/>
              </a:solidFill>
              <a:effectLst/>
              <a:uFillTx/>
              <a:latin typeface="Lucida Sans Unicode"/>
            </a:endParaRPr>
          </a:p>
          <a:p>
            <a:pPr marL="109800" indent="0" algn="l">
              <a:lnSpc>
                <a:spcPct val="100000"/>
              </a:lnSpc>
              <a:spcBef>
                <a:spcPts val="400"/>
              </a:spcBef>
              <a:buNone/>
              <a:tabLst>
                <a:tab pos="0" algn="l"/>
              </a:tabLst>
            </a:pPr>
            <a:r>
              <a:rPr lang="en-GB" sz="2700" b="0" u="none" strike="noStrike">
                <a:solidFill>
                  <a:schemeClr val="dk1"/>
                </a:solidFill>
                <a:effectLst/>
                <a:uFillTx/>
                <a:latin typeface="Lucida Sans Unicode"/>
              </a:rPr>
              <a:t>encoded  by the gene</a:t>
            </a:r>
            <a:endParaRPr lang="en-US" sz="2700" b="0" u="none" strike="noStrike">
              <a:solidFill>
                <a:schemeClr val="dk1"/>
              </a:solidFill>
              <a:effectLst/>
              <a:uFillTx/>
              <a:latin typeface="Lucida Sans Unicode"/>
            </a:endParaRPr>
          </a:p>
          <a:p>
            <a:pPr indent="0" algn="l">
              <a:lnSpc>
                <a:spcPct val="100000"/>
              </a:lnSpc>
              <a:spcBef>
                <a:spcPts val="400"/>
              </a:spcBef>
              <a:buNone/>
              <a:tabLst>
                <a:tab pos="0" algn="l"/>
              </a:tabLst>
            </a:pPr>
            <a:endParaRPr lang="en-US" sz="2700" b="0" u="none" strike="noStrike">
              <a:solidFill>
                <a:schemeClr val="dk1"/>
              </a:solidFill>
              <a:effectLst/>
              <a:uFillTx/>
              <a:latin typeface="Lucida Sans Unicode"/>
            </a:endParaRPr>
          </a:p>
          <a:p>
            <a:pPr indent="0" algn="l">
              <a:lnSpc>
                <a:spcPct val="100000"/>
              </a:lnSpc>
              <a:spcBef>
                <a:spcPts val="400"/>
              </a:spcBef>
              <a:buNone/>
              <a:tabLst>
                <a:tab pos="0" algn="l"/>
              </a:tabLst>
            </a:pPr>
            <a:endParaRPr lang="en-US" sz="2700" b="0" u="none" strike="noStrike">
              <a:solidFill>
                <a:schemeClr val="dk1"/>
              </a:solidFill>
              <a:effectLst/>
              <a:uFillTx/>
              <a:latin typeface="Lucida Sans Unicode"/>
            </a:endParaRPr>
          </a:p>
          <a:p>
            <a:pPr marL="365760" indent="-255960" algn="l">
              <a:lnSpc>
                <a:spcPct val="100000"/>
              </a:lnSpc>
              <a:spcBef>
                <a:spcPts val="400"/>
              </a:spcBef>
              <a:buClr>
                <a:srgbClr val="2DA2BF"/>
              </a:buClr>
              <a:buSzPct val="68000"/>
              <a:buFont typeface="Wingdings 3" charset="2"/>
              <a:buChar char=""/>
              <a:tabLst>
                <a:tab pos="0" algn="l"/>
              </a:tabLst>
            </a:pPr>
            <a:r>
              <a:rPr lang="en-GB" sz="2700" b="0" u="none" strike="noStrike">
                <a:solidFill>
                  <a:schemeClr val="dk1"/>
                </a:solidFill>
                <a:effectLst/>
                <a:uFillTx/>
                <a:latin typeface="Lucida Sans Unicode"/>
              </a:rPr>
              <a:t>A </a:t>
            </a:r>
            <a:r>
              <a:rPr lang="en-GB" sz="2700" b="0" u="none" spc="-6" strike="noStrike">
                <a:solidFill>
                  <a:schemeClr val="dk1"/>
                </a:solidFill>
                <a:effectLst/>
                <a:uFillTx/>
                <a:latin typeface="Lucida Sans Unicode"/>
              </a:rPr>
              <a:t>large number </a:t>
            </a:r>
            <a:r>
              <a:rPr lang="en-GB" sz="2700" b="0" u="none" strike="noStrike">
                <a:solidFill>
                  <a:schemeClr val="dk1"/>
                </a:solidFill>
                <a:effectLst/>
                <a:uFillTx/>
                <a:latin typeface="Lucida Sans Unicode"/>
              </a:rPr>
              <a:t>of</a:t>
            </a:r>
            <a:r>
              <a:rPr lang="en-GB" sz="2700" b="0" u="none" spc="-264" strike="noStrike">
                <a:solidFill>
                  <a:schemeClr val="dk1"/>
                </a:solidFill>
                <a:effectLst/>
                <a:uFillTx/>
                <a:latin typeface="Lucida Sans Unicode"/>
              </a:rPr>
              <a:t> </a:t>
            </a:r>
            <a:r>
              <a:rPr lang="en-GB" sz="2700" b="0" u="none" spc="-6" strike="noStrike">
                <a:solidFill>
                  <a:schemeClr val="dk1"/>
                </a:solidFill>
                <a:effectLst/>
                <a:uFillTx/>
                <a:latin typeface="Lucida Sans Unicode"/>
              </a:rPr>
              <a:t>genes  </a:t>
            </a:r>
            <a:r>
              <a:rPr lang="en-GB" sz="2700" b="0" u="none" strike="noStrike">
                <a:solidFill>
                  <a:schemeClr val="dk1"/>
                </a:solidFill>
                <a:effectLst/>
                <a:uFillTx/>
                <a:latin typeface="Lucida Sans Unicode"/>
              </a:rPr>
              <a:t>are present in</a:t>
            </a:r>
            <a:r>
              <a:rPr lang="en-GB" sz="2700" b="0" u="none" spc="-99" strike="noStrike">
                <a:solidFill>
                  <a:schemeClr val="dk1"/>
                </a:solidFill>
                <a:effectLst/>
                <a:uFillTx/>
                <a:latin typeface="Lucida Sans Unicode"/>
              </a:rPr>
              <a:t> </a:t>
            </a:r>
            <a:r>
              <a:rPr lang="en-GB" sz="2700" b="0" u="none" strike="noStrike">
                <a:solidFill>
                  <a:schemeClr val="dk1"/>
                </a:solidFill>
                <a:effectLst/>
                <a:uFillTx/>
                <a:latin typeface="Lucida Sans Unicode"/>
              </a:rPr>
              <a:t>DNA</a:t>
            </a:r>
            <a:endParaRPr lang="en-US" sz="2700" b="0" u="none" strike="noStrike">
              <a:solidFill>
                <a:schemeClr val="dk1"/>
              </a:solidFill>
              <a:effectLst/>
              <a:uFillTx/>
              <a:latin typeface="Lucida Sans Unicode"/>
            </a:endParaRPr>
          </a:p>
          <a:p>
            <a:pPr marL="365760" indent="-255960" algn="l">
              <a:lnSpc>
                <a:spcPct val="100000"/>
              </a:lnSpc>
              <a:spcBef>
                <a:spcPts val="400"/>
              </a:spcBef>
              <a:buClr>
                <a:srgbClr val="2DA2BF"/>
              </a:buClr>
              <a:buSzPct val="68000"/>
              <a:buFont typeface="Wingdings 3" charset="2"/>
              <a:buChar char=""/>
              <a:tabLst>
                <a:tab pos="0" algn="l"/>
              </a:tabLst>
            </a:pPr>
            <a:r>
              <a:rPr lang="en-GB" sz="2800" b="0" u="none" spc="-6" strike="noStrike">
                <a:solidFill>
                  <a:schemeClr val="dk1"/>
                </a:solidFill>
                <a:effectLst/>
                <a:uFillTx/>
                <a:latin typeface="Arial"/>
              </a:rPr>
              <a:t>Most </a:t>
            </a:r>
            <a:r>
              <a:rPr lang="en-GB" sz="2800" b="0" u="none" strike="noStrike">
                <a:solidFill>
                  <a:schemeClr val="dk1"/>
                </a:solidFill>
                <a:effectLst/>
                <a:uFillTx/>
                <a:latin typeface="Arial"/>
              </a:rPr>
              <a:t>of </a:t>
            </a:r>
            <a:r>
              <a:rPr lang="en-GB" sz="2800" b="0" u="none" spc="-6" strike="noStrike">
                <a:solidFill>
                  <a:schemeClr val="dk1"/>
                </a:solidFill>
                <a:effectLst/>
                <a:uFillTx/>
                <a:latin typeface="Arial"/>
              </a:rPr>
              <a:t>them encode proteins;  some encode tRNA and rRNA.</a:t>
            </a:r>
            <a:endParaRPr lang="en-US" sz="2800" b="0" u="none" strike="noStrike">
              <a:solidFill>
                <a:schemeClr val="dk1"/>
              </a:solidFill>
              <a:effectLst/>
              <a:uFillTx/>
              <a:latin typeface="Lucida Sans Unicode"/>
            </a:endParaRPr>
          </a:p>
          <a:p>
            <a:pPr marL="365760" indent="-255960" algn="l">
              <a:lnSpc>
                <a:spcPct val="100000"/>
              </a:lnSpc>
              <a:spcBef>
                <a:spcPts val="400"/>
              </a:spcBef>
              <a:buClr>
                <a:srgbClr val="2DA2BF"/>
              </a:buClr>
              <a:buSzPct val="68000"/>
              <a:buFont typeface="Wingdings 3" charset="2"/>
              <a:buChar char=""/>
              <a:tabLst>
                <a:tab pos="0" algn="l"/>
              </a:tabLst>
            </a:pPr>
            <a:r>
              <a:rPr lang="en-GB" sz="2700" b="0" u="none" strike="noStrike">
                <a:solidFill>
                  <a:schemeClr val="dk1"/>
                </a:solidFill>
                <a:effectLst/>
                <a:uFillTx/>
                <a:latin typeface="Lucida Sans Unicode"/>
              </a:rPr>
              <a:t>Proteins encoded by different genes are  not</a:t>
            </a:r>
            <a:r>
              <a:rPr lang="en-GB" sz="2700" b="0" u="none" strike="noStrike">
                <a:solidFill>
                  <a:schemeClr val="dk1"/>
                </a:solidFill>
                <a:effectLst/>
                <a:uFillTx/>
                <a:latin typeface="Lucida Sans Unicode"/>
              </a:rPr>
              <a:t>	</a:t>
            </a:r>
            <a:r>
              <a:rPr lang="en-GB" sz="2700" b="0" u="none" strike="noStrike">
                <a:solidFill>
                  <a:schemeClr val="dk1"/>
                </a:solidFill>
                <a:effectLst/>
                <a:uFillTx/>
                <a:latin typeface="Lucida Sans Unicode"/>
              </a:rPr>
              <a:t>required</a:t>
            </a:r>
            <a:r>
              <a:rPr lang="en-GB" sz="2700" b="0" u="none" strike="noStrike">
                <a:solidFill>
                  <a:schemeClr val="dk1"/>
                </a:solidFill>
                <a:effectLst/>
                <a:uFillTx/>
                <a:latin typeface="Lucida Sans Unicode"/>
              </a:rPr>
              <a:t>	</a:t>
            </a:r>
            <a:r>
              <a:rPr lang="en-GB" sz="2700" b="0" u="none" strike="noStrike">
                <a:solidFill>
                  <a:schemeClr val="dk1"/>
                </a:solidFill>
                <a:effectLst/>
                <a:uFillTx/>
                <a:latin typeface="Lucida Sans Unicode"/>
              </a:rPr>
              <a:t>all</a:t>
            </a:r>
            <a:r>
              <a:rPr lang="en-GB" sz="2700" b="0" u="none" strike="noStrike">
                <a:solidFill>
                  <a:schemeClr val="dk1"/>
                </a:solidFill>
                <a:effectLst/>
                <a:uFillTx/>
                <a:latin typeface="Lucida Sans Unicode"/>
              </a:rPr>
              <a:t>	</a:t>
            </a:r>
            <a:r>
              <a:rPr lang="en-GB" sz="2700" b="0" u="none" strike="noStrike">
                <a:solidFill>
                  <a:schemeClr val="dk1"/>
                </a:solidFill>
                <a:effectLst/>
                <a:uFillTx/>
                <a:latin typeface="Lucida Sans Unicode"/>
              </a:rPr>
              <a:t>the</a:t>
            </a:r>
            <a:r>
              <a:rPr lang="en-GB" sz="2700" b="0" u="none" strike="noStrike">
                <a:solidFill>
                  <a:schemeClr val="dk1"/>
                </a:solidFill>
                <a:effectLst/>
                <a:uFillTx/>
                <a:latin typeface="Lucida Sans Unicode"/>
              </a:rPr>
              <a:t>	</a:t>
            </a:r>
            <a:r>
              <a:rPr lang="en-GB" sz="2700" b="0" u="none" strike="noStrike">
                <a:solidFill>
                  <a:schemeClr val="dk1"/>
                </a:solidFill>
                <a:effectLst/>
                <a:uFillTx/>
                <a:latin typeface="Lucida Sans Unicode"/>
              </a:rPr>
              <a:t>time</a:t>
            </a:r>
            <a:endParaRPr lang="en-US" sz="2700" b="0" u="none" strike="noStrike">
              <a:solidFill>
                <a:schemeClr val="dk1"/>
              </a:solidFill>
              <a:effectLst/>
              <a:uFillTx/>
              <a:latin typeface="Lucida Sans Unicode"/>
            </a:endParaRPr>
          </a:p>
          <a:p>
            <a:pPr marL="12600" indent="-255960" algn="l">
              <a:lnSpc>
                <a:spcPts val="3300"/>
              </a:lnSpc>
              <a:spcBef>
                <a:spcPts val="666"/>
              </a:spcBef>
              <a:buClr>
                <a:srgbClr val="2DA2BF"/>
              </a:buClr>
              <a:buSzPct val="68000"/>
              <a:buFont typeface="Wingdings 3" charset="2"/>
              <a:buChar char=""/>
              <a:tabLst>
                <a:tab pos="0" algn="l"/>
              </a:tabLst>
            </a:pPr>
            <a:r>
              <a:rPr lang="en-GB" sz="2800" b="0" u="none" spc="-11" strike="noStrike">
                <a:solidFill>
                  <a:schemeClr val="dk1"/>
                </a:solidFill>
                <a:effectLst/>
                <a:uFillTx/>
                <a:latin typeface="Arial"/>
              </a:rPr>
              <a:t>A gene should be expressed only when  the protein encoded by it is required.</a:t>
            </a:r>
            <a:endParaRPr lang="en-US" sz="2800" b="0" u="none" strike="noStrike">
              <a:solidFill>
                <a:schemeClr val="dk1"/>
              </a:solidFill>
              <a:effectLst/>
              <a:uFillTx/>
              <a:latin typeface="Lucida Sans Unicode"/>
            </a:endParaRPr>
          </a:p>
          <a:p>
            <a:pPr marL="12600" indent="-255960" algn="l">
              <a:lnSpc>
                <a:spcPts val="3300"/>
              </a:lnSpc>
              <a:spcBef>
                <a:spcPts val="666"/>
              </a:spcBef>
              <a:buClr>
                <a:srgbClr val="2DA2BF"/>
              </a:buClr>
              <a:buSzPct val="68000"/>
              <a:buFont typeface="Wingdings 3" charset="2"/>
              <a:buChar char=""/>
              <a:tabLst>
                <a:tab pos="0" algn="l"/>
              </a:tabLst>
            </a:pPr>
            <a:r>
              <a:rPr lang="en-GB" sz="2800" b="0" u="none" spc="-6" strike="noStrike">
                <a:solidFill>
                  <a:schemeClr val="dk1"/>
                </a:solidFill>
                <a:effectLst/>
                <a:uFillTx/>
                <a:latin typeface="Arial"/>
              </a:rPr>
              <a:t>This is possible only if </a:t>
            </a:r>
            <a:r>
              <a:rPr lang="en-GB" sz="2800" b="0" u="none" spc="-11" strike="noStrike">
                <a:solidFill>
                  <a:schemeClr val="dk1"/>
                </a:solidFill>
                <a:effectLst/>
                <a:uFillTx/>
                <a:latin typeface="Arial"/>
              </a:rPr>
              <a:t>gene </a:t>
            </a:r>
            <a:r>
              <a:rPr lang="en-GB" sz="2800" b="0" u="none" strike="noStrike">
                <a:solidFill>
                  <a:schemeClr val="dk1"/>
                </a:solidFill>
                <a:effectLst/>
                <a:uFillTx/>
                <a:latin typeface="Arial"/>
              </a:rPr>
              <a:t>expression  </a:t>
            </a:r>
            <a:r>
              <a:rPr lang="en-GB" sz="2800" b="0" u="none" spc="-6" strike="noStrike">
                <a:solidFill>
                  <a:schemeClr val="dk1"/>
                </a:solidFill>
                <a:effectLst/>
                <a:uFillTx/>
                <a:latin typeface="Arial"/>
              </a:rPr>
              <a:t>is regulated</a:t>
            </a:r>
            <a:endParaRPr lang="en-US" sz="2800" b="0" u="none" strike="noStrike">
              <a:solidFill>
                <a:schemeClr val="dk1"/>
              </a:solidFill>
              <a:effectLst/>
              <a:uFillTx/>
              <a:latin typeface="Lucida Sans Unicode"/>
            </a:endParaRPr>
          </a:p>
          <a:p>
            <a:pPr indent="0" algn="l">
              <a:lnSpc>
                <a:spcPts val="3300"/>
              </a:lnSpc>
              <a:spcBef>
                <a:spcPts val="666"/>
              </a:spcBef>
              <a:buNone/>
              <a:tabLst>
                <a:tab pos="0" algn="l"/>
              </a:tabLst>
            </a:pPr>
            <a:endParaRPr lang="en-US" sz="2800" b="0" u="none" strike="noStrike">
              <a:solidFill>
                <a:schemeClr val="dk1"/>
              </a:solidFill>
              <a:effectLst/>
              <a:uFillTx/>
              <a:latin typeface="Lucida Sans Unicode"/>
            </a:endParaRPr>
          </a:p>
          <a:p>
            <a:pPr indent="0" algn="l">
              <a:lnSpc>
                <a:spcPts val="3300"/>
              </a:lnSpc>
              <a:spcBef>
                <a:spcPts val="666"/>
              </a:spcBef>
              <a:buNone/>
              <a:tabLst>
                <a:tab pos="0" algn="l"/>
              </a:tabLst>
            </a:pPr>
            <a:endParaRPr lang="en-US" sz="2800" b="0" u="none" strike="noStrike">
              <a:solidFill>
                <a:schemeClr val="dk1"/>
              </a:solidFill>
              <a:effectLst/>
              <a:uFillTx/>
              <a:latin typeface="Lucida Sans Unicode"/>
            </a:endParaRPr>
          </a:p>
          <a:p>
            <a:pPr indent="0" algn="l">
              <a:lnSpc>
                <a:spcPct val="100000"/>
              </a:lnSpc>
              <a:spcBef>
                <a:spcPts val="400"/>
              </a:spcBef>
              <a:buNone/>
              <a:tabLst>
                <a:tab pos="0" algn="l"/>
              </a:tabLst>
            </a:pPr>
            <a:endParaRPr lang="en-US" sz="3200" b="0" u="none" strike="noStrike">
              <a:solidFill>
                <a:schemeClr val="dk1"/>
              </a:solidFill>
              <a:effectLst/>
              <a:uFillTx/>
              <a:latin typeface="Lucida Sans Unicode"/>
            </a:endParaRPr>
          </a:p>
          <a:p>
            <a:pPr indent="0" algn="l">
              <a:lnSpc>
                <a:spcPct val="100000"/>
              </a:lnSpc>
              <a:spcBef>
                <a:spcPts val="400"/>
              </a:spcBef>
              <a:buNone/>
              <a:tabLst>
                <a:tab pos="0" algn="l"/>
              </a:tabLst>
            </a:pPr>
            <a:endParaRPr lang="en-US" sz="2700" b="0" u="none" strike="noStrike">
              <a:solidFill>
                <a:schemeClr val="dk1"/>
              </a:solidFill>
              <a:effectLst/>
              <a:uFillTx/>
              <a:latin typeface="Lucida Sans Unicode"/>
            </a:endParaRPr>
          </a:p>
        </p:txBody>
      </p:sp>
      <p:pic>
        <p:nvPicPr>
          <p:cNvPr id="141" name="Picture 2"/>
          <p:cNvPicPr/>
          <p:nvPr/>
        </p:nvPicPr>
        <p:blipFill>
          <a:blip r:embed="rId1"/>
          <a:stretch/>
        </p:blipFill>
        <p:spPr>
          <a:xfrm>
            <a:off x="5689080" y="-1092960"/>
            <a:ext cx="3425400" cy="3292200"/>
          </a:xfrm>
          <a:prstGeom prst="rect">
            <a:avLst/>
          </a:prstGeom>
          <a:noFill/>
          <a:ln w="0">
            <a:noFill/>
          </a:ln>
        </p:spPr>
      </p:pic>
      <p:sp>
        <p:nvSpPr>
          <p:cNvPr id="142" name="object 10"/>
          <p:cNvSpPr/>
          <p:nvPr/>
        </p:nvSpPr>
        <p:spPr>
          <a:xfrm>
            <a:off x="7230600" y="1052640"/>
            <a:ext cx="171000" cy="762120"/>
          </a:xfrm>
          <a:custGeom>
            <a:avLst/>
            <a:gdLst>
              <a:gd name="textAreaLeft" fmla="*/ 0 w 171000"/>
              <a:gd name="textAreaRight" fmla="*/ 171360 w 171000"/>
              <a:gd name="textAreaTop" fmla="*/ 0 h 762120"/>
              <a:gd name="textAreaBottom" fmla="*/ 762480 h 762120"/>
            </a:gdLst>
            <a:ahLst/>
            <a:cxnLst/>
            <a:rect l="textAreaLeft" t="textAreaTop" r="textAreaRight" b="textAreaBottom"/>
            <a:pathLst>
              <a:path w="171450" h="762635">
                <a:moveTo>
                  <a:pt x="16446" y="591077"/>
                </a:moveTo>
                <a:lnTo>
                  <a:pt x="9251" y="593471"/>
                </a:lnTo>
                <a:lnTo>
                  <a:pt x="3643" y="598523"/>
                </a:lnTo>
                <a:lnTo>
                  <a:pt x="488" y="605123"/>
                </a:lnTo>
                <a:lnTo>
                  <a:pt x="0" y="612437"/>
                </a:lnTo>
                <a:lnTo>
                  <a:pt x="2393" y="619633"/>
                </a:lnTo>
                <a:lnTo>
                  <a:pt x="85578" y="762126"/>
                </a:lnTo>
                <a:lnTo>
                  <a:pt x="107671" y="724281"/>
                </a:lnTo>
                <a:lnTo>
                  <a:pt x="66528" y="724281"/>
                </a:lnTo>
                <a:lnTo>
                  <a:pt x="66528" y="653669"/>
                </a:lnTo>
                <a:lnTo>
                  <a:pt x="35413" y="600328"/>
                </a:lnTo>
                <a:lnTo>
                  <a:pt x="30360" y="594721"/>
                </a:lnTo>
                <a:lnTo>
                  <a:pt x="23760" y="591565"/>
                </a:lnTo>
                <a:lnTo>
                  <a:pt x="16446" y="591077"/>
                </a:lnTo>
                <a:close/>
              </a:path>
              <a:path w="171450" h="762635">
                <a:moveTo>
                  <a:pt x="66528" y="653669"/>
                </a:moveTo>
                <a:lnTo>
                  <a:pt x="66528" y="724281"/>
                </a:lnTo>
                <a:lnTo>
                  <a:pt x="104628" y="724281"/>
                </a:lnTo>
                <a:lnTo>
                  <a:pt x="104628" y="714629"/>
                </a:lnTo>
                <a:lnTo>
                  <a:pt x="69068" y="714629"/>
                </a:lnTo>
                <a:lnTo>
                  <a:pt x="85578" y="686326"/>
                </a:lnTo>
                <a:lnTo>
                  <a:pt x="66528" y="653669"/>
                </a:lnTo>
                <a:close/>
              </a:path>
              <a:path w="171450" h="762635">
                <a:moveTo>
                  <a:pt x="154709" y="591077"/>
                </a:moveTo>
                <a:lnTo>
                  <a:pt x="147395" y="591565"/>
                </a:lnTo>
                <a:lnTo>
                  <a:pt x="140795" y="594721"/>
                </a:lnTo>
                <a:lnTo>
                  <a:pt x="135743" y="600328"/>
                </a:lnTo>
                <a:lnTo>
                  <a:pt x="104628" y="653669"/>
                </a:lnTo>
                <a:lnTo>
                  <a:pt x="104628" y="724281"/>
                </a:lnTo>
                <a:lnTo>
                  <a:pt x="107671" y="724281"/>
                </a:lnTo>
                <a:lnTo>
                  <a:pt x="168763" y="619633"/>
                </a:lnTo>
                <a:lnTo>
                  <a:pt x="171156" y="612437"/>
                </a:lnTo>
                <a:lnTo>
                  <a:pt x="170668" y="605123"/>
                </a:lnTo>
                <a:lnTo>
                  <a:pt x="167512" y="598523"/>
                </a:lnTo>
                <a:lnTo>
                  <a:pt x="161905" y="593471"/>
                </a:lnTo>
                <a:lnTo>
                  <a:pt x="154709" y="591077"/>
                </a:lnTo>
                <a:close/>
              </a:path>
              <a:path w="171450" h="762635">
                <a:moveTo>
                  <a:pt x="85578" y="686326"/>
                </a:moveTo>
                <a:lnTo>
                  <a:pt x="69068" y="714629"/>
                </a:lnTo>
                <a:lnTo>
                  <a:pt x="102088" y="714629"/>
                </a:lnTo>
                <a:lnTo>
                  <a:pt x="85578" y="686326"/>
                </a:lnTo>
                <a:close/>
              </a:path>
              <a:path w="171450" h="762635">
                <a:moveTo>
                  <a:pt x="104628" y="653669"/>
                </a:moveTo>
                <a:lnTo>
                  <a:pt x="85578" y="686326"/>
                </a:lnTo>
                <a:lnTo>
                  <a:pt x="102088" y="714629"/>
                </a:lnTo>
                <a:lnTo>
                  <a:pt x="104628" y="714629"/>
                </a:lnTo>
                <a:lnTo>
                  <a:pt x="104628" y="653669"/>
                </a:lnTo>
                <a:close/>
              </a:path>
              <a:path w="171450" h="762635">
                <a:moveTo>
                  <a:pt x="104628" y="0"/>
                </a:moveTo>
                <a:lnTo>
                  <a:pt x="66528" y="0"/>
                </a:lnTo>
                <a:lnTo>
                  <a:pt x="66528" y="653669"/>
                </a:lnTo>
                <a:lnTo>
                  <a:pt x="85578" y="686326"/>
                </a:lnTo>
                <a:lnTo>
                  <a:pt x="104628" y="653669"/>
                </a:lnTo>
                <a:lnTo>
                  <a:pt x="104628" y="0"/>
                </a:lnTo>
                <a:close/>
              </a:path>
            </a:pathLst>
          </a:custGeom>
          <a:solidFill>
            <a:srgbClr val="0099CC"/>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43" name="object 6"/>
          <p:cNvSpPr/>
          <p:nvPr/>
        </p:nvSpPr>
        <p:spPr>
          <a:xfrm>
            <a:off x="5257080" y="1815480"/>
            <a:ext cx="3946320" cy="609120"/>
          </a:xfrm>
          <a:prstGeom prst="rect">
            <a:avLst/>
          </a:prstGeom>
          <a:blipFill rotWithShape="0">
            <a:blip r:embed="rId2"/>
            <a:srcRect/>
            <a:stretch/>
          </a:blip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599120" y="198360"/>
            <a:ext cx="5941440" cy="1274400"/>
          </a:xfrm>
          <a:prstGeom prst="rect">
            <a:avLst/>
          </a:prstGeom>
          <a:noFill/>
          <a:ln w="0">
            <a:noFill/>
          </a:ln>
        </p:spPr>
        <p:txBody>
          <a:bodyPr lIns="0" tIns="12240" rIns="0" bIns="0" anchor="ctr">
            <a:spAutoFit/>
          </a:bodyPr>
          <a:p>
            <a:pPr marL="12600" indent="0" algn="ctr">
              <a:lnSpc>
                <a:spcPct val="100000"/>
              </a:lnSpc>
              <a:spcBef>
                <a:spcPts val="96"/>
              </a:spcBef>
              <a:buNone/>
            </a:pPr>
            <a:r>
              <a:rPr lang="en-US" sz="4100" b="1" u="none" strike="noStrike">
                <a:solidFill>
                  <a:schemeClr val="dk2"/>
                </a:solidFill>
                <a:effectLst/>
                <a:uFillTx/>
                <a:latin typeface="Lucida Sans Unicode"/>
              </a:rPr>
              <a:t>GENE EXPRESSION &amp; REGULATION</a:t>
            </a:r>
            <a:endParaRPr lang="en-US" sz="4100" b="1" u="none" strike="noStrike">
              <a:solidFill>
                <a:schemeClr val="dk2"/>
              </a:solidFill>
              <a:effectLst/>
              <a:uFillTx/>
              <a:latin typeface="Lucida Sans Unicode"/>
            </a:endParaRPr>
          </a:p>
        </p:txBody>
      </p:sp>
      <p:sp>
        <p:nvSpPr>
          <p:cNvPr id="145" name="object 3"/>
          <p:cNvSpPr/>
          <p:nvPr/>
        </p:nvSpPr>
        <p:spPr>
          <a:xfrm>
            <a:off x="536040" y="1608840"/>
            <a:ext cx="7860240" cy="4141080"/>
          </a:xfrm>
          <a:prstGeom prst="rect">
            <a:avLst/>
          </a:prstGeom>
          <a:noFill/>
          <a:ln w="0">
            <a:noFill/>
          </a:ln>
        </p:spPr>
        <p:style>
          <a:lnRef idx="0"/>
          <a:fillRef idx="0"/>
          <a:effectRef idx="0"/>
          <a:fontRef idx="minor"/>
        </p:style>
        <p:txBody>
          <a:bodyPr lIns="0" tIns="12600" rIns="0" bIns="0" anchor="t">
            <a:spAutoFit/>
          </a:bodyPr>
          <a:p>
            <a:pPr marL="355680" indent="-343080" defTabSz="914400">
              <a:lnSpc>
                <a:spcPct val="100000"/>
              </a:lnSpc>
              <a:spcBef>
                <a:spcPts val="99"/>
              </a:spcBef>
              <a:buClr>
                <a:srgbClr val="000000"/>
              </a:buClr>
              <a:buSzPct val="97000"/>
              <a:buFont typeface="Wingdings" charset="2"/>
              <a:buChar char=""/>
              <a:tabLst>
                <a:tab pos="356400" algn="l"/>
              </a:tabLst>
            </a:pPr>
            <a:r>
              <a:rPr lang="en-US" sz="3000" b="0" u="none" spc="-190" strike="noStrike">
                <a:solidFill>
                  <a:schemeClr val="dk1"/>
                </a:solidFill>
                <a:effectLst/>
                <a:uFillTx/>
                <a:latin typeface="Arial"/>
              </a:rPr>
              <a:t>Organisms </a:t>
            </a:r>
            <a:r>
              <a:rPr lang="en-US" sz="3000" b="0" u="none" spc="-99" strike="noStrike">
                <a:solidFill>
                  <a:schemeClr val="dk1"/>
                </a:solidFill>
                <a:effectLst/>
                <a:uFillTx/>
                <a:latin typeface="Arial"/>
              </a:rPr>
              <a:t>adapt </a:t>
            </a:r>
            <a:r>
              <a:rPr lang="en-US" sz="3000" b="0" u="none" spc="26" strike="noStrike">
                <a:solidFill>
                  <a:schemeClr val="dk1"/>
                </a:solidFill>
                <a:effectLst/>
                <a:uFillTx/>
                <a:latin typeface="Arial"/>
              </a:rPr>
              <a:t>to </a:t>
            </a:r>
            <a:r>
              <a:rPr lang="en-US" sz="3000" b="0" u="none" spc="-91" strike="noStrike">
                <a:solidFill>
                  <a:schemeClr val="dk1"/>
                </a:solidFill>
                <a:effectLst/>
                <a:uFillTx/>
                <a:latin typeface="Arial"/>
              </a:rPr>
              <a:t>environmental </a:t>
            </a:r>
            <a:r>
              <a:rPr lang="en-US" sz="3000" b="0" u="none" spc="-204" strike="noStrike">
                <a:solidFill>
                  <a:schemeClr val="dk1"/>
                </a:solidFill>
                <a:effectLst/>
                <a:uFillTx/>
                <a:latin typeface="Arial"/>
              </a:rPr>
              <a:t>changes</a:t>
            </a:r>
            <a:r>
              <a:rPr lang="en-US" sz="3000" b="0" u="none" spc="-505" strike="noStrike">
                <a:solidFill>
                  <a:schemeClr val="dk1"/>
                </a:solidFill>
                <a:effectLst/>
                <a:uFillTx/>
                <a:latin typeface="Arial"/>
              </a:rPr>
              <a:t> </a:t>
            </a:r>
            <a:r>
              <a:rPr lang="en-US" sz="3000" b="0" u="none" spc="-130" strike="noStrike">
                <a:solidFill>
                  <a:schemeClr val="dk1"/>
                </a:solidFill>
                <a:effectLst/>
                <a:uFillTx/>
                <a:latin typeface="Arial"/>
              </a:rPr>
              <a:t>by  </a:t>
            </a:r>
            <a:r>
              <a:rPr lang="en-US" sz="3000" b="0" u="none" spc="-71" strike="noStrike">
                <a:solidFill>
                  <a:schemeClr val="dk1"/>
                </a:solidFill>
                <a:effectLst/>
                <a:uFillTx/>
                <a:latin typeface="Arial"/>
              </a:rPr>
              <a:t>altering </a:t>
            </a:r>
            <a:r>
              <a:rPr lang="en-US" sz="3000" b="0" u="none" spc="-184" strike="noStrike">
                <a:solidFill>
                  <a:schemeClr val="dk1"/>
                </a:solidFill>
                <a:effectLst/>
                <a:uFillTx/>
                <a:latin typeface="Arial"/>
              </a:rPr>
              <a:t>gene</a:t>
            </a:r>
            <a:r>
              <a:rPr lang="en-US" sz="3000" b="0" u="none" spc="-249" strike="noStrike">
                <a:solidFill>
                  <a:schemeClr val="dk1"/>
                </a:solidFill>
                <a:effectLst/>
                <a:uFillTx/>
                <a:latin typeface="Arial"/>
              </a:rPr>
              <a:t> </a:t>
            </a:r>
            <a:r>
              <a:rPr lang="en-US" sz="3000" b="0" u="none" spc="-150" strike="noStrike">
                <a:solidFill>
                  <a:schemeClr val="dk1"/>
                </a:solidFill>
                <a:effectLst/>
                <a:uFillTx/>
                <a:latin typeface="Arial"/>
              </a:rPr>
              <a:t>expression.</a:t>
            </a:r>
            <a:endParaRPr lang="en-US" sz="3000" b="0" u="none" strike="noStrike">
              <a:solidFill>
                <a:srgbClr val="000000"/>
              </a:solidFill>
              <a:effectLst/>
              <a:uFillTx/>
              <a:latin typeface="Arial"/>
            </a:endParaRPr>
          </a:p>
          <a:p>
            <a:pPr marL="355680" indent="-343080" defTabSz="914400">
              <a:lnSpc>
                <a:spcPct val="100000"/>
              </a:lnSpc>
              <a:spcBef>
                <a:spcPts val="726"/>
              </a:spcBef>
              <a:buClr>
                <a:srgbClr val="000000"/>
              </a:buClr>
              <a:buSzPct val="97000"/>
              <a:buFont typeface="Wingdings" charset="2"/>
              <a:buChar char=""/>
              <a:tabLst>
                <a:tab pos="356400" algn="l"/>
              </a:tabLst>
            </a:pPr>
            <a:r>
              <a:rPr lang="en-US" sz="3000" b="0" u="none" spc="-221" strike="noStrike">
                <a:solidFill>
                  <a:schemeClr val="dk1"/>
                </a:solidFill>
                <a:effectLst/>
                <a:uFillTx/>
                <a:latin typeface="Arial"/>
              </a:rPr>
              <a:t>The </a:t>
            </a:r>
            <a:r>
              <a:rPr lang="en-US" sz="3000" b="0" u="none" spc="-79" strike="noStrike">
                <a:solidFill>
                  <a:schemeClr val="dk1"/>
                </a:solidFill>
                <a:effectLst/>
                <a:uFillTx/>
                <a:latin typeface="Arial"/>
              </a:rPr>
              <a:t>regulation </a:t>
            </a:r>
            <a:r>
              <a:rPr lang="en-US" sz="3000" b="0" u="none" spc="-6" strike="noStrike">
                <a:solidFill>
                  <a:schemeClr val="dk1"/>
                </a:solidFill>
                <a:effectLst/>
                <a:uFillTx/>
                <a:latin typeface="Arial"/>
              </a:rPr>
              <a:t>of </a:t>
            </a:r>
            <a:r>
              <a:rPr lang="en-US" sz="3000" b="0" u="none" spc="-184" strike="noStrike">
                <a:solidFill>
                  <a:schemeClr val="dk1"/>
                </a:solidFill>
                <a:effectLst/>
                <a:uFillTx/>
                <a:latin typeface="Arial"/>
              </a:rPr>
              <a:t>gene </a:t>
            </a:r>
            <a:r>
              <a:rPr lang="en-US" sz="3000" b="0" u="none" spc="-156" strike="noStrike">
                <a:solidFill>
                  <a:schemeClr val="dk1"/>
                </a:solidFill>
                <a:effectLst/>
                <a:uFillTx/>
                <a:latin typeface="Arial"/>
              </a:rPr>
              <a:t>expression </a:t>
            </a:r>
            <a:r>
              <a:rPr lang="en-US" sz="3000" b="0" u="none" spc="-6" strike="noStrike">
                <a:solidFill>
                  <a:schemeClr val="dk1"/>
                </a:solidFill>
                <a:effectLst/>
                <a:uFillTx/>
                <a:latin typeface="Arial"/>
              </a:rPr>
              <a:t>of </a:t>
            </a:r>
            <a:r>
              <a:rPr lang="en-US" sz="3000" b="0" u="none" spc="-215" strike="noStrike">
                <a:solidFill>
                  <a:schemeClr val="dk1"/>
                </a:solidFill>
                <a:effectLst/>
                <a:uFillTx/>
                <a:latin typeface="Arial"/>
              </a:rPr>
              <a:t>genes</a:t>
            </a:r>
            <a:r>
              <a:rPr lang="en-US" sz="3000" b="0" u="none" spc="-451" strike="noStrike">
                <a:solidFill>
                  <a:schemeClr val="dk1"/>
                </a:solidFill>
                <a:effectLst/>
                <a:uFillTx/>
                <a:latin typeface="Arial"/>
              </a:rPr>
              <a:t> </a:t>
            </a:r>
            <a:r>
              <a:rPr lang="en-US" sz="3000" b="0" u="none" spc="-156" strike="noStrike">
                <a:solidFill>
                  <a:schemeClr val="dk1"/>
                </a:solidFill>
                <a:effectLst/>
                <a:uFillTx/>
                <a:latin typeface="Arial"/>
              </a:rPr>
              <a:t>is  </a:t>
            </a:r>
            <a:r>
              <a:rPr lang="en-US" sz="3000" b="0" u="none" spc="-190" strike="noStrike">
                <a:solidFill>
                  <a:schemeClr val="dk1"/>
                </a:solidFill>
                <a:effectLst/>
                <a:uFillTx/>
                <a:latin typeface="Arial"/>
              </a:rPr>
              <a:t>necessary </a:t>
            </a:r>
            <a:r>
              <a:rPr lang="en-US" sz="3000" b="0" u="none" spc="-11" strike="noStrike">
                <a:solidFill>
                  <a:schemeClr val="dk1"/>
                </a:solidFill>
                <a:effectLst/>
                <a:uFillTx/>
                <a:latin typeface="Arial"/>
              </a:rPr>
              <a:t>for</a:t>
            </a:r>
            <a:r>
              <a:rPr lang="en-US" sz="3000" b="0" u="none" spc="-125" strike="noStrike">
                <a:solidFill>
                  <a:schemeClr val="dk1"/>
                </a:solidFill>
                <a:effectLst/>
                <a:uFillTx/>
                <a:latin typeface="Arial"/>
              </a:rPr>
              <a:t> </a:t>
            </a:r>
            <a:r>
              <a:rPr lang="en-US" sz="3000" b="0" u="none" spc="-34" strike="noStrike">
                <a:solidFill>
                  <a:schemeClr val="dk1"/>
                </a:solidFill>
                <a:effectLst/>
                <a:uFillTx/>
                <a:latin typeface="Arial"/>
              </a:rPr>
              <a:t>the:</a:t>
            </a:r>
            <a:endParaRPr lang="en-US" sz="3000" b="0" u="none" strike="noStrike">
              <a:solidFill>
                <a:srgbClr val="000000"/>
              </a:solidFill>
              <a:effectLst/>
              <a:uFillTx/>
              <a:latin typeface="Arial"/>
            </a:endParaRPr>
          </a:p>
          <a:p>
            <a:pPr marL="3044160" lvl="1" indent="-202680" defTabSz="914400">
              <a:lnSpc>
                <a:spcPct val="100000"/>
              </a:lnSpc>
              <a:spcBef>
                <a:spcPts val="720"/>
              </a:spcBef>
              <a:buClr>
                <a:srgbClr val="000000"/>
              </a:buClr>
              <a:buFont typeface="OpenSymbol"/>
              <a:buChar char="-"/>
              <a:tabLst>
                <a:tab pos="3044880" algn="l"/>
              </a:tabLst>
            </a:pPr>
            <a:r>
              <a:rPr lang="en-US" sz="3000" b="0" u="none" spc="-51" strike="noStrike">
                <a:solidFill>
                  <a:schemeClr val="dk1"/>
                </a:solidFill>
                <a:effectLst/>
                <a:uFillTx/>
                <a:latin typeface="Arial"/>
              </a:rPr>
              <a:t>growth</a:t>
            </a:r>
            <a:endParaRPr lang="en-US" sz="3000" b="0" u="none" strike="noStrike">
              <a:solidFill>
                <a:srgbClr val="000000"/>
              </a:solidFill>
              <a:effectLst/>
              <a:uFillTx/>
              <a:latin typeface="Arial"/>
            </a:endParaRPr>
          </a:p>
          <a:p>
            <a:pPr marL="3044160" lvl="1" indent="-202680" defTabSz="914400">
              <a:lnSpc>
                <a:spcPct val="100000"/>
              </a:lnSpc>
              <a:spcBef>
                <a:spcPts val="720"/>
              </a:spcBef>
              <a:buClr>
                <a:srgbClr val="000000"/>
              </a:buClr>
              <a:buFont typeface="OpenSymbol"/>
              <a:buChar char="-"/>
              <a:tabLst>
                <a:tab pos="3044880" algn="l"/>
              </a:tabLst>
            </a:pPr>
            <a:r>
              <a:rPr lang="en-US" sz="3000" b="0" u="none" spc="-99" strike="noStrike">
                <a:solidFill>
                  <a:schemeClr val="dk1"/>
                </a:solidFill>
                <a:effectLst/>
                <a:uFillTx/>
                <a:latin typeface="Arial"/>
              </a:rPr>
              <a:t>development</a:t>
            </a:r>
            <a:endParaRPr lang="en-US" sz="3000" b="0" u="none" strike="noStrike">
              <a:solidFill>
                <a:srgbClr val="000000"/>
              </a:solidFill>
              <a:effectLst/>
              <a:uFillTx/>
              <a:latin typeface="Arial"/>
            </a:endParaRPr>
          </a:p>
          <a:p>
            <a:pPr marL="3044160" lvl="1" indent="-202680" defTabSz="914400">
              <a:lnSpc>
                <a:spcPct val="100000"/>
              </a:lnSpc>
              <a:spcBef>
                <a:spcPts val="726"/>
              </a:spcBef>
              <a:buClr>
                <a:srgbClr val="000000"/>
              </a:buClr>
              <a:buFont typeface="OpenSymbol"/>
              <a:buChar char="-"/>
              <a:tabLst>
                <a:tab pos="3044880" algn="l"/>
              </a:tabLst>
            </a:pPr>
            <a:r>
              <a:rPr lang="en-US" sz="3000" b="0" u="none" spc="-40" strike="noStrike">
                <a:solidFill>
                  <a:schemeClr val="dk1"/>
                </a:solidFill>
                <a:effectLst/>
                <a:uFillTx/>
                <a:latin typeface="Arial"/>
              </a:rPr>
              <a:t>differentiation</a:t>
            </a:r>
            <a:r>
              <a:rPr lang="en-US" sz="3000" b="0" u="none" spc="-184" strike="noStrike">
                <a:solidFill>
                  <a:schemeClr val="dk1"/>
                </a:solidFill>
                <a:effectLst/>
                <a:uFillTx/>
                <a:latin typeface="Arial"/>
              </a:rPr>
              <a:t> </a:t>
            </a:r>
            <a:r>
              <a:rPr lang="en-US" sz="3000" b="0" u="none" spc="45" strike="noStrike">
                <a:solidFill>
                  <a:schemeClr val="dk1"/>
                </a:solidFill>
                <a:effectLst/>
                <a:uFillTx/>
                <a:latin typeface="Arial"/>
              </a:rPr>
              <a:t>&amp;</a:t>
            </a:r>
            <a:endParaRPr lang="en-US" sz="3000" b="0" u="none" strike="noStrike">
              <a:solidFill>
                <a:srgbClr val="000000"/>
              </a:solidFill>
              <a:effectLst/>
              <a:uFillTx/>
              <a:latin typeface="Arial"/>
            </a:endParaRPr>
          </a:p>
          <a:p>
            <a:pPr marL="3044160" lvl="1" indent="-202680" defTabSz="914400">
              <a:lnSpc>
                <a:spcPct val="100000"/>
              </a:lnSpc>
              <a:spcBef>
                <a:spcPts val="720"/>
              </a:spcBef>
              <a:buClr>
                <a:srgbClr val="000000"/>
              </a:buClr>
              <a:buFont typeface="OpenSymbol"/>
              <a:buChar char="-"/>
              <a:tabLst>
                <a:tab pos="3044880" algn="l"/>
              </a:tabLst>
            </a:pPr>
            <a:r>
              <a:rPr lang="en-US" sz="3000" b="0" u="none" spc="-113" strike="noStrike">
                <a:solidFill>
                  <a:schemeClr val="dk1"/>
                </a:solidFill>
                <a:effectLst/>
                <a:uFillTx/>
                <a:latin typeface="Arial"/>
              </a:rPr>
              <a:t>very </a:t>
            </a:r>
            <a:r>
              <a:rPr lang="en-US" sz="3000" b="0" u="none" spc="-150" strike="noStrike">
                <a:solidFill>
                  <a:schemeClr val="dk1"/>
                </a:solidFill>
                <a:effectLst/>
                <a:uFillTx/>
                <a:latin typeface="Arial"/>
              </a:rPr>
              <a:t>existence </a:t>
            </a:r>
            <a:r>
              <a:rPr lang="en-US" sz="3000" b="0" u="none" spc="-6" strike="noStrike">
                <a:solidFill>
                  <a:schemeClr val="dk1"/>
                </a:solidFill>
                <a:effectLst/>
                <a:uFillTx/>
                <a:latin typeface="Arial"/>
              </a:rPr>
              <a:t>of </a:t>
            </a:r>
            <a:r>
              <a:rPr lang="en-US" sz="3000" b="0" u="none" spc="-34" strike="noStrike">
                <a:solidFill>
                  <a:schemeClr val="dk1"/>
                </a:solidFill>
                <a:effectLst/>
                <a:uFillTx/>
                <a:latin typeface="Arial"/>
              </a:rPr>
              <a:t>the</a:t>
            </a:r>
            <a:r>
              <a:rPr lang="en-US" sz="3000" b="0" u="none" spc="-445" strike="noStrike">
                <a:solidFill>
                  <a:schemeClr val="dk1"/>
                </a:solidFill>
                <a:effectLst/>
                <a:uFillTx/>
                <a:latin typeface="Arial"/>
              </a:rPr>
              <a:t> </a:t>
            </a:r>
            <a:r>
              <a:rPr lang="en-US" sz="3000" b="0" u="none" spc="-136" strike="noStrike">
                <a:solidFill>
                  <a:schemeClr val="dk1"/>
                </a:solidFill>
                <a:effectLst/>
                <a:uFillTx/>
                <a:latin typeface="Arial"/>
              </a:rPr>
              <a:t>organism.</a:t>
            </a: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object 2"/>
          <p:cNvSpPr/>
          <p:nvPr/>
        </p:nvSpPr>
        <p:spPr>
          <a:xfrm>
            <a:off x="2880" y="440280"/>
            <a:ext cx="9140760" cy="4568760"/>
          </a:xfrm>
          <a:prstGeom prst="rect">
            <a:avLst/>
          </a:prstGeom>
          <a:blipFill rotWithShape="0">
            <a:blip r:embed="rId1"/>
            <a:srcRect/>
            <a:stretch/>
          </a:blip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47" name="object 13"/>
          <p:cNvSpPr/>
          <p:nvPr/>
        </p:nvSpPr>
        <p:spPr>
          <a:xfrm>
            <a:off x="892440" y="689760"/>
            <a:ext cx="7314840" cy="1603800"/>
          </a:xfrm>
          <a:custGeom>
            <a:avLst/>
            <a:gdLst>
              <a:gd name="textAreaLeft" fmla="*/ 0 w 7314840"/>
              <a:gd name="textAreaRight" fmla="*/ 7315200 w 7314840"/>
              <a:gd name="textAreaTop" fmla="*/ 0 h 1603800"/>
              <a:gd name="textAreaBottom" fmla="*/ 1604160 h 1603800"/>
            </a:gdLst>
            <a:ahLst/>
            <a:cxnLst/>
            <a:rect l="textAreaLeft" t="textAreaTop" r="textAreaRight" b="textAreaBottom"/>
            <a:pathLst>
              <a:path w="7315200" h="1272539">
                <a:moveTo>
                  <a:pt x="0" y="1272539"/>
                </a:moveTo>
                <a:lnTo>
                  <a:pt x="7315200" y="1272539"/>
                </a:lnTo>
                <a:lnTo>
                  <a:pt x="7315200" y="0"/>
                </a:lnTo>
                <a:lnTo>
                  <a:pt x="0" y="0"/>
                </a:lnTo>
                <a:lnTo>
                  <a:pt x="0" y="1272539"/>
                </a:lnTo>
                <a:close/>
              </a:path>
            </a:pathLst>
          </a:custGeom>
          <a:solidFill>
            <a:srgbClr val="000079"/>
          </a:solidFill>
          <a:ln w="0">
            <a:noFill/>
          </a:ln>
        </p:spPr>
        <p:style>
          <a:lnRef idx="0"/>
          <a:fillRef idx="0"/>
          <a:effectRef idx="0"/>
          <a:fontRef idx="minor"/>
        </p:style>
        <p:txBody>
          <a:bodyPr lIns="0" tIns="0" rIns="0" bIns="0" anchor="t">
            <a:noAutofit/>
          </a:bodyPr>
          <a:p>
            <a:pPr marL="1038240" indent="-38160" defTabSz="914400">
              <a:lnSpc>
                <a:spcPts val="3711"/>
              </a:lnSpc>
              <a:spcBef>
                <a:spcPts val="731"/>
              </a:spcBef>
              <a:tabLst>
                <a:tab pos="0" algn="l"/>
              </a:tabLst>
            </a:pPr>
            <a:r>
              <a:rPr lang="en-GB" sz="3600" b="1" u="none" spc="-6" strike="noStrike">
                <a:solidFill>
                  <a:srgbClr val="FFFFFF"/>
                </a:solidFill>
                <a:effectLst/>
                <a:uFillTx/>
                <a:latin typeface="Arial"/>
              </a:rPr>
              <a:t>Gene </a:t>
            </a:r>
            <a:r>
              <a:rPr lang="en-GB" sz="3600" b="1" u="none" strike="noStrike">
                <a:solidFill>
                  <a:srgbClr val="FFFFFF"/>
                </a:solidFill>
                <a:effectLst/>
                <a:uFillTx/>
                <a:latin typeface="Arial"/>
              </a:rPr>
              <a:t>expression </a:t>
            </a:r>
            <a:r>
              <a:rPr lang="en-GB" sz="3600" b="1" u="none" spc="-6" strike="noStrike">
                <a:solidFill>
                  <a:srgbClr val="FFFFFF"/>
                </a:solidFill>
                <a:effectLst/>
                <a:uFillTx/>
                <a:latin typeface="Arial"/>
              </a:rPr>
              <a:t>can</a:t>
            </a:r>
            <a:r>
              <a:rPr lang="en-GB" sz="3600" b="1" u="none" spc="-65" strike="noStrike">
                <a:solidFill>
                  <a:srgbClr val="FFFFFF"/>
                </a:solidFill>
                <a:effectLst/>
                <a:uFillTx/>
                <a:latin typeface="Arial"/>
              </a:rPr>
              <a:t> </a:t>
            </a:r>
            <a:r>
              <a:rPr lang="en-GB" sz="3600" b="1" u="none" spc="-6" strike="noStrike">
                <a:solidFill>
                  <a:srgbClr val="FFFFFF"/>
                </a:solidFill>
                <a:effectLst/>
                <a:uFillTx/>
                <a:latin typeface="Arial"/>
              </a:rPr>
              <a:t>be  </a:t>
            </a:r>
            <a:r>
              <a:rPr lang="en-GB" sz="3600" b="1" u="none" strike="noStrike">
                <a:solidFill>
                  <a:srgbClr val="FFFFFF"/>
                </a:solidFill>
                <a:effectLst/>
                <a:uFillTx/>
                <a:latin typeface="Arial"/>
              </a:rPr>
              <a:t>regulated at the </a:t>
            </a:r>
            <a:r>
              <a:rPr lang="en-GB" sz="3600" b="1" u="none" spc="-6" strike="noStrike">
                <a:solidFill>
                  <a:srgbClr val="FFFFFF"/>
                </a:solidFill>
                <a:effectLst/>
                <a:uFillTx/>
                <a:latin typeface="Arial"/>
              </a:rPr>
              <a:t>level</a:t>
            </a:r>
            <a:r>
              <a:rPr lang="en-GB" sz="3600" b="1" u="none" spc="-91" strike="noStrike">
                <a:solidFill>
                  <a:srgbClr val="FFFFFF"/>
                </a:solidFill>
                <a:effectLst/>
                <a:uFillTx/>
                <a:latin typeface="Arial"/>
              </a:rPr>
              <a:t> </a:t>
            </a:r>
            <a:r>
              <a:rPr lang="en-GB" sz="3600" b="1" u="none" strike="noStrike">
                <a:solidFill>
                  <a:srgbClr val="FFFFFF"/>
                </a:solidFill>
                <a:effectLst/>
                <a:uFillTx/>
                <a:latin typeface="Arial"/>
              </a:rPr>
              <a:t>of:</a:t>
            </a:r>
            <a:endParaRPr lang="en-US" sz="3600" b="0" u="none" strike="noStrike">
              <a:solidFill>
                <a:srgbClr val="FFFFFF"/>
              </a:solidFill>
              <a:effectLst/>
              <a:uFillTx/>
              <a:latin typeface="Arial"/>
            </a:endParaRPr>
          </a:p>
        </p:txBody>
      </p:sp>
      <p:sp>
        <p:nvSpPr>
          <p:cNvPr id="148" name="object 14"/>
          <p:cNvSpPr/>
          <p:nvPr/>
        </p:nvSpPr>
        <p:spPr>
          <a:xfrm>
            <a:off x="915120" y="672840"/>
            <a:ext cx="7314840" cy="1272240"/>
          </a:xfrm>
          <a:custGeom>
            <a:avLst/>
            <a:gdLst>
              <a:gd name="textAreaLeft" fmla="*/ 0 w 7314840"/>
              <a:gd name="textAreaRight" fmla="*/ 7315200 w 7314840"/>
              <a:gd name="textAreaTop" fmla="*/ 0 h 1272240"/>
              <a:gd name="textAreaBottom" fmla="*/ 1272600 h 1272240"/>
            </a:gdLst>
            <a:ahLst/>
            <a:cxnLst/>
            <a:rect l="textAreaLeft" t="textAreaTop" r="textAreaRight" b="textAreaBottom"/>
            <a:pathLst>
              <a:path w="7315200" h="1272539">
                <a:moveTo>
                  <a:pt x="0" y="1272539"/>
                </a:moveTo>
                <a:lnTo>
                  <a:pt x="7315200" y="1272539"/>
                </a:lnTo>
                <a:lnTo>
                  <a:pt x="7315200" y="0"/>
                </a:lnTo>
                <a:lnTo>
                  <a:pt x="0" y="0"/>
                </a:lnTo>
                <a:lnTo>
                  <a:pt x="0" y="1272539"/>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49" name="object 15"/>
          <p:cNvSpPr/>
          <p:nvPr/>
        </p:nvSpPr>
        <p:spPr>
          <a:xfrm>
            <a:off x="424800" y="2293920"/>
            <a:ext cx="8564400" cy="2717280"/>
          </a:xfrm>
          <a:custGeom>
            <a:avLst/>
            <a:gdLst>
              <a:gd name="textAreaLeft" fmla="*/ 0 w 8564400"/>
              <a:gd name="textAreaRight" fmla="*/ 8564760 w 8564400"/>
              <a:gd name="textAreaTop" fmla="*/ 0 h 2717280"/>
              <a:gd name="textAreaBottom" fmla="*/ 2717640 h 2717280"/>
            </a:gdLst>
            <a:ahLst/>
            <a:cxnLst/>
            <a:rect l="textAreaLeft" t="textAreaTop" r="textAreaRight" b="textAreaBottom"/>
            <a:pathLst>
              <a:path w="7315200" h="2717800">
                <a:moveTo>
                  <a:pt x="0" y="2717292"/>
                </a:moveTo>
                <a:lnTo>
                  <a:pt x="7315200" y="2717292"/>
                </a:lnTo>
                <a:lnTo>
                  <a:pt x="7315200" y="0"/>
                </a:lnTo>
                <a:lnTo>
                  <a:pt x="0" y="0"/>
                </a:lnTo>
                <a:lnTo>
                  <a:pt x="0" y="2717292"/>
                </a:lnTo>
                <a:close/>
              </a:path>
            </a:pathLst>
          </a:custGeom>
          <a:solidFill>
            <a:srgbClr val="F1F1F1">
              <a:alpha val="90000"/>
            </a:srgbClr>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50" name="object 17"/>
          <p:cNvSpPr/>
          <p:nvPr/>
        </p:nvSpPr>
        <p:spPr>
          <a:xfrm>
            <a:off x="251640" y="2340360"/>
            <a:ext cx="8424720" cy="3273480"/>
          </a:xfrm>
          <a:prstGeom prst="rect">
            <a:avLst/>
          </a:prstGeom>
          <a:noFill/>
          <a:ln w="0">
            <a:noFill/>
          </a:ln>
        </p:spPr>
        <p:style>
          <a:lnRef idx="0"/>
          <a:fillRef idx="0"/>
          <a:effectRef idx="0"/>
          <a:fontRef idx="minor"/>
        </p:style>
        <p:txBody>
          <a:bodyPr lIns="0" tIns="92880" rIns="0" bIns="0" anchor="t">
            <a:spAutoFit/>
          </a:bodyPr>
          <a:p>
            <a:pPr marL="299160" indent="-286920" defTabSz="914400">
              <a:lnSpc>
                <a:spcPct val="100000"/>
              </a:lnSpc>
              <a:spcBef>
                <a:spcPts val="2259"/>
              </a:spcBef>
              <a:buClr>
                <a:srgbClr val="000413"/>
              </a:buClr>
              <a:buFont typeface="Symbol" charset="2"/>
              <a:buChar char=""/>
              <a:tabLst>
                <a:tab pos="299880" algn="l"/>
              </a:tabLst>
            </a:pPr>
            <a:r>
              <a:rPr lang="en-US" sz="4000" b="0" u="none" spc="-14" strike="noStrike">
                <a:solidFill>
                  <a:srgbClr val="000413"/>
                </a:solidFill>
                <a:effectLst/>
                <a:uFillTx/>
                <a:latin typeface="Arial"/>
              </a:rPr>
              <a:t>Transcription</a:t>
            </a:r>
            <a:endParaRPr lang="en-US" sz="4000" b="0" u="none" strike="noStrike">
              <a:solidFill>
                <a:srgbClr val="000000"/>
              </a:solidFill>
              <a:effectLst/>
              <a:uFillTx/>
              <a:latin typeface="Arial"/>
            </a:endParaRPr>
          </a:p>
          <a:p>
            <a:pPr marL="299160" indent="-286920" defTabSz="914400">
              <a:lnSpc>
                <a:spcPct val="100000"/>
              </a:lnSpc>
              <a:spcBef>
                <a:spcPts val="230"/>
              </a:spcBef>
              <a:buClr>
                <a:srgbClr val="000413"/>
              </a:buClr>
              <a:buFont typeface="Symbol" charset="2"/>
              <a:buChar char=""/>
              <a:tabLst>
                <a:tab pos="299880" algn="l"/>
              </a:tabLst>
            </a:pPr>
            <a:r>
              <a:rPr lang="en-US" sz="4000" b="0" u="none" strike="noStrike">
                <a:solidFill>
                  <a:srgbClr val="000413"/>
                </a:solidFill>
                <a:effectLst/>
                <a:uFillTx/>
                <a:latin typeface="Arial"/>
              </a:rPr>
              <a:t>Post-transcriptional</a:t>
            </a:r>
            <a:r>
              <a:rPr lang="en-US" sz="4000" b="0" u="none" spc="-34" strike="noStrike">
                <a:solidFill>
                  <a:srgbClr val="000413"/>
                </a:solidFill>
                <a:effectLst/>
                <a:uFillTx/>
                <a:latin typeface="Arial"/>
              </a:rPr>
              <a:t> </a:t>
            </a:r>
            <a:r>
              <a:rPr lang="en-GB" sz="4000" b="0" u="none" spc="-6" strike="noStrike">
                <a:solidFill>
                  <a:srgbClr val="000413"/>
                </a:solidFill>
                <a:effectLst/>
                <a:uFillTx/>
                <a:latin typeface="Arial"/>
              </a:rPr>
              <a:t>M</a:t>
            </a:r>
            <a:r>
              <a:rPr lang="en-US" sz="4000" b="0" u="none" spc="-6" strike="noStrike">
                <a:solidFill>
                  <a:srgbClr val="000413"/>
                </a:solidFill>
                <a:effectLst/>
                <a:uFillTx/>
                <a:latin typeface="Arial"/>
              </a:rPr>
              <a:t>odification</a:t>
            </a:r>
            <a:endParaRPr lang="en-US" sz="4000" b="0" u="none" strike="noStrike">
              <a:solidFill>
                <a:srgbClr val="000000"/>
              </a:solidFill>
              <a:effectLst/>
              <a:uFillTx/>
              <a:latin typeface="Arial"/>
            </a:endParaRPr>
          </a:p>
          <a:p>
            <a:pPr marL="299160" indent="-286920" defTabSz="914400">
              <a:lnSpc>
                <a:spcPct val="100000"/>
              </a:lnSpc>
              <a:spcBef>
                <a:spcPts val="230"/>
              </a:spcBef>
              <a:buClr>
                <a:srgbClr val="000413"/>
              </a:buClr>
              <a:buFont typeface="Symbol" charset="2"/>
              <a:buChar char=""/>
              <a:tabLst>
                <a:tab pos="299880" algn="l"/>
              </a:tabLst>
            </a:pPr>
            <a:r>
              <a:rPr lang="en-GB" sz="4000" b="0" u="none" spc="-6" strike="noStrike">
                <a:solidFill>
                  <a:srgbClr val="000413"/>
                </a:solidFill>
                <a:effectLst/>
                <a:uFillTx/>
                <a:latin typeface="Arial"/>
              </a:rPr>
              <a:t>RNA</a:t>
            </a:r>
            <a:r>
              <a:rPr lang="en-GB" sz="4000" b="0" u="none" spc="-201" strike="noStrike">
                <a:solidFill>
                  <a:srgbClr val="000413"/>
                </a:solidFill>
                <a:effectLst/>
                <a:uFillTx/>
                <a:latin typeface="Arial"/>
              </a:rPr>
              <a:t> </a:t>
            </a:r>
            <a:r>
              <a:rPr lang="en-GB" sz="4000" b="0" u="none" strike="noStrike">
                <a:solidFill>
                  <a:srgbClr val="000413"/>
                </a:solidFill>
                <a:effectLst/>
                <a:uFillTx/>
                <a:latin typeface="Arial"/>
              </a:rPr>
              <a:t>degradation</a:t>
            </a:r>
            <a:endParaRPr lang="en-US" sz="4000" b="0" u="none" strike="noStrike">
              <a:solidFill>
                <a:srgbClr val="000000"/>
              </a:solidFill>
              <a:effectLst/>
              <a:uFillTx/>
              <a:latin typeface="Arial"/>
            </a:endParaRPr>
          </a:p>
          <a:p>
            <a:pPr marL="299160" indent="-286920" defTabSz="914400">
              <a:lnSpc>
                <a:spcPct val="100000"/>
              </a:lnSpc>
              <a:spcBef>
                <a:spcPts val="215"/>
              </a:spcBef>
              <a:buClr>
                <a:srgbClr val="000413"/>
              </a:buClr>
              <a:buFont typeface="Symbol" charset="2"/>
              <a:buChar char=""/>
              <a:tabLst>
                <a:tab pos="299880" algn="l"/>
              </a:tabLst>
            </a:pPr>
            <a:r>
              <a:rPr lang="en-US" sz="4000" b="0" u="none" spc="-14" strike="noStrike">
                <a:solidFill>
                  <a:srgbClr val="000413"/>
                </a:solidFill>
                <a:effectLst/>
                <a:uFillTx/>
                <a:latin typeface="Arial"/>
              </a:rPr>
              <a:t>Translation</a:t>
            </a:r>
            <a:endParaRPr lang="en-US" sz="4000" b="0" u="none" strike="noStrike">
              <a:solidFill>
                <a:srgbClr val="000000"/>
              </a:solidFill>
              <a:effectLst/>
              <a:uFillTx/>
              <a:latin typeface="Arial"/>
            </a:endParaRPr>
          </a:p>
          <a:p>
            <a:pPr marL="299160" indent="-286920" defTabSz="914400">
              <a:lnSpc>
                <a:spcPct val="100000"/>
              </a:lnSpc>
              <a:spcBef>
                <a:spcPts val="215"/>
              </a:spcBef>
              <a:buClr>
                <a:srgbClr val="000413"/>
              </a:buClr>
              <a:buFont typeface="Symbol" charset="2"/>
              <a:buChar char=""/>
              <a:tabLst>
                <a:tab pos="299880" algn="l"/>
              </a:tabLst>
            </a:pPr>
            <a:r>
              <a:rPr lang="en-US" sz="4000" b="0" u="none" spc="-14" strike="noStrike">
                <a:solidFill>
                  <a:srgbClr val="000413"/>
                </a:solidFill>
                <a:effectLst/>
                <a:uFillTx/>
                <a:latin typeface="Arial"/>
              </a:rPr>
              <a:t>Post Translational modifications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536040" y="510480"/>
            <a:ext cx="7347960" cy="644760"/>
          </a:xfrm>
          <a:prstGeom prst="rect">
            <a:avLst/>
          </a:prstGeom>
          <a:noFill/>
          <a:ln w="0">
            <a:noFill/>
          </a:ln>
        </p:spPr>
        <p:txBody>
          <a:bodyPr lIns="0" tIns="13320" rIns="0" bIns="0" anchor="ctr">
            <a:spAutoFit/>
          </a:bodyPr>
          <a:p>
            <a:pPr marL="12600" indent="0" algn="l">
              <a:lnSpc>
                <a:spcPct val="100000"/>
              </a:lnSpc>
              <a:spcBef>
                <a:spcPts val="105"/>
              </a:spcBef>
              <a:buNone/>
            </a:pPr>
            <a:r>
              <a:rPr lang="en-US" sz="4100" b="1" u="none" strike="noStrike">
                <a:solidFill>
                  <a:schemeClr val="dk2"/>
                </a:solidFill>
                <a:effectLst/>
                <a:uFillTx/>
                <a:latin typeface="Lucida Sans Unicode"/>
              </a:rPr>
              <a:t>Types of Gene Expression:</a:t>
            </a:r>
            <a:endParaRPr lang="en-US" sz="4100" b="1" u="none" strike="noStrike">
              <a:solidFill>
                <a:schemeClr val="dk2"/>
              </a:solidFill>
              <a:effectLst/>
              <a:uFillTx/>
              <a:latin typeface="Lucida Sans Unicode"/>
            </a:endParaRPr>
          </a:p>
        </p:txBody>
      </p:sp>
      <p:sp>
        <p:nvSpPr>
          <p:cNvPr id="152" name="object 3"/>
          <p:cNvSpPr/>
          <p:nvPr/>
        </p:nvSpPr>
        <p:spPr>
          <a:xfrm>
            <a:off x="536040" y="1607400"/>
            <a:ext cx="6357240" cy="2172600"/>
          </a:xfrm>
          <a:prstGeom prst="rect">
            <a:avLst/>
          </a:prstGeom>
          <a:noFill/>
          <a:ln w="0">
            <a:noFill/>
          </a:ln>
        </p:spPr>
        <p:style>
          <a:lnRef idx="0"/>
          <a:fillRef idx="0"/>
          <a:effectRef idx="0"/>
          <a:fontRef idx="minor"/>
        </p:style>
        <p:txBody>
          <a:bodyPr lIns="0" tIns="13320" rIns="0" bIns="0" anchor="t">
            <a:spAutoFit/>
          </a:bodyPr>
          <a:p>
            <a:pPr marL="355680" indent="-343080" defTabSz="914400">
              <a:lnSpc>
                <a:spcPct val="100000"/>
              </a:lnSpc>
              <a:spcBef>
                <a:spcPts val="105"/>
              </a:spcBef>
              <a:buClr>
                <a:srgbClr val="000000"/>
              </a:buClr>
              <a:buSzPct val="97000"/>
              <a:buFont typeface="Wingdings" charset="2"/>
              <a:buChar char=""/>
              <a:tabLst>
                <a:tab pos="376560" algn="l"/>
              </a:tabLst>
            </a:pPr>
            <a:r>
              <a:rPr lang="en-US" sz="3200" b="0" u="none" spc="-65" strike="noStrike">
                <a:solidFill>
                  <a:schemeClr val="dk1"/>
                </a:solidFill>
                <a:effectLst/>
                <a:uFillTx/>
                <a:latin typeface="Arial"/>
              </a:rPr>
              <a:t>Mainly </a:t>
            </a:r>
            <a:r>
              <a:rPr lang="en-US" sz="3200" b="0" u="none" spc="-156" strike="noStrike">
                <a:solidFill>
                  <a:schemeClr val="dk1"/>
                </a:solidFill>
                <a:effectLst/>
                <a:uFillTx/>
                <a:latin typeface="Arial"/>
              </a:rPr>
              <a:t>2 </a:t>
            </a:r>
            <a:r>
              <a:rPr lang="en-US" sz="3200" b="0" u="none" spc="-119" strike="noStrike">
                <a:solidFill>
                  <a:schemeClr val="dk1"/>
                </a:solidFill>
                <a:effectLst/>
                <a:uFillTx/>
                <a:latin typeface="Arial"/>
              </a:rPr>
              <a:t>types </a:t>
            </a:r>
            <a:r>
              <a:rPr lang="en-US" sz="3200" b="0" u="none" spc="-6" strike="noStrike">
                <a:solidFill>
                  <a:schemeClr val="dk1"/>
                </a:solidFill>
                <a:effectLst/>
                <a:uFillTx/>
                <a:latin typeface="Arial"/>
              </a:rPr>
              <a:t>of </a:t>
            </a:r>
            <a:r>
              <a:rPr lang="en-US" sz="3200" b="0" u="none" spc="-190" strike="noStrike">
                <a:solidFill>
                  <a:schemeClr val="dk1"/>
                </a:solidFill>
                <a:effectLst/>
                <a:uFillTx/>
                <a:latin typeface="Arial"/>
              </a:rPr>
              <a:t>gene </a:t>
            </a:r>
            <a:r>
              <a:rPr lang="en-US" sz="3200" b="0" u="none" spc="-159" strike="noStrike">
                <a:solidFill>
                  <a:schemeClr val="dk1"/>
                </a:solidFill>
                <a:effectLst/>
                <a:uFillTx/>
                <a:latin typeface="Arial"/>
              </a:rPr>
              <a:t>expression</a:t>
            </a:r>
            <a:r>
              <a:rPr lang="en-US" sz="3200" b="0" u="none" spc="-570" strike="noStrike">
                <a:solidFill>
                  <a:schemeClr val="dk1"/>
                </a:solidFill>
                <a:effectLst/>
                <a:uFillTx/>
                <a:latin typeface="Arial"/>
              </a:rPr>
              <a:t> </a:t>
            </a:r>
            <a:r>
              <a:rPr lang="en-US" sz="3200" b="0" u="none" spc="51" strike="noStrike">
                <a:solidFill>
                  <a:schemeClr val="dk1"/>
                </a:solidFill>
                <a:effectLst/>
                <a:uFillTx/>
                <a:latin typeface="Arial"/>
              </a:rPr>
              <a:t>&amp;  </a:t>
            </a:r>
            <a:r>
              <a:rPr lang="en-US" sz="3200" b="0" u="none" spc="-79" strike="noStrike">
                <a:solidFill>
                  <a:schemeClr val="dk1"/>
                </a:solidFill>
                <a:effectLst/>
                <a:uFillTx/>
                <a:latin typeface="Arial"/>
              </a:rPr>
              <a:t>regulation:-</a:t>
            </a:r>
            <a:endParaRPr lang="en-US" sz="3200" b="0" u="none" strike="noStrike">
              <a:solidFill>
                <a:srgbClr val="000000"/>
              </a:solidFill>
              <a:effectLst/>
              <a:uFillTx/>
              <a:latin typeface="Arial"/>
            </a:endParaRPr>
          </a:p>
          <a:p>
            <a:pPr marL="956160" lvl="1" indent="-391680" defTabSz="914400">
              <a:lnSpc>
                <a:spcPct val="100000"/>
              </a:lnSpc>
              <a:spcBef>
                <a:spcPts val="771"/>
              </a:spcBef>
              <a:buClr>
                <a:srgbClr val="0D0D0D"/>
              </a:buClr>
              <a:buFont typeface="OpenSymbol"/>
              <a:buAutoNum type="alphaLcPeriod"/>
              <a:tabLst>
                <a:tab pos="956160" algn="l"/>
              </a:tabLst>
            </a:pPr>
            <a:r>
              <a:rPr lang="en-US" sz="3200" b="0" u="none" spc="-145" strike="noStrike">
                <a:solidFill>
                  <a:schemeClr val="dk1"/>
                </a:solidFill>
                <a:effectLst/>
                <a:uFillTx/>
                <a:latin typeface="Arial"/>
              </a:rPr>
              <a:t>Positive </a:t>
            </a:r>
            <a:r>
              <a:rPr lang="en-US" sz="3200" b="0" u="none" spc="-79" strike="noStrike">
                <a:solidFill>
                  <a:schemeClr val="dk1"/>
                </a:solidFill>
                <a:effectLst/>
                <a:uFillTx/>
                <a:latin typeface="Arial"/>
              </a:rPr>
              <a:t>regulation</a:t>
            </a:r>
            <a:r>
              <a:rPr lang="en-US" sz="3200" b="0" u="none" spc="-201" strike="noStrike">
                <a:solidFill>
                  <a:schemeClr val="dk1"/>
                </a:solidFill>
                <a:effectLst/>
                <a:uFillTx/>
                <a:latin typeface="Arial"/>
              </a:rPr>
              <a:t> </a:t>
            </a:r>
            <a:r>
              <a:rPr lang="en-US" sz="3200" b="0" u="none" spc="51" strike="noStrike">
                <a:solidFill>
                  <a:schemeClr val="dk1"/>
                </a:solidFill>
                <a:effectLst/>
                <a:uFillTx/>
                <a:latin typeface="Arial"/>
              </a:rPr>
              <a:t>&amp;</a:t>
            </a:r>
            <a:endParaRPr lang="en-US" sz="3200" b="0" u="none" strike="noStrike">
              <a:solidFill>
                <a:srgbClr val="000000"/>
              </a:solidFill>
              <a:effectLst/>
              <a:uFillTx/>
              <a:latin typeface="Arial"/>
            </a:endParaRPr>
          </a:p>
          <a:p>
            <a:pPr marL="974160" lvl="1" indent="-409680" defTabSz="914400">
              <a:lnSpc>
                <a:spcPct val="100000"/>
              </a:lnSpc>
              <a:spcBef>
                <a:spcPts val="771"/>
              </a:spcBef>
              <a:buClr>
                <a:srgbClr val="0D0D0D"/>
              </a:buClr>
              <a:buFont typeface="OpenSymbol"/>
              <a:buAutoNum type="alphaLcPeriod"/>
              <a:tabLst>
                <a:tab pos="974880" algn="l"/>
              </a:tabLst>
            </a:pPr>
            <a:r>
              <a:rPr lang="en-US" sz="3200" b="0" u="none" spc="-156" strike="noStrike">
                <a:solidFill>
                  <a:schemeClr val="dk1"/>
                </a:solidFill>
                <a:effectLst/>
                <a:uFillTx/>
                <a:latin typeface="Arial"/>
              </a:rPr>
              <a:t>Negative</a:t>
            </a:r>
            <a:r>
              <a:rPr lang="en-US" sz="3200" b="0" u="none" spc="-170" strike="noStrike">
                <a:solidFill>
                  <a:schemeClr val="dk1"/>
                </a:solidFill>
                <a:effectLst/>
                <a:uFillTx/>
                <a:latin typeface="Arial"/>
              </a:rPr>
              <a:t> </a:t>
            </a:r>
            <a:r>
              <a:rPr lang="en-US" sz="3200" b="0" u="none" spc="-79" strike="noStrike">
                <a:solidFill>
                  <a:schemeClr val="dk1"/>
                </a:solidFill>
                <a:effectLst/>
                <a:uFillTx/>
                <a:latin typeface="Arial"/>
              </a:rPr>
              <a:t>regulation.</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536040" y="447840"/>
            <a:ext cx="6195960" cy="637560"/>
          </a:xfrm>
          <a:prstGeom prst="rect">
            <a:avLst/>
          </a:prstGeom>
          <a:noFill/>
          <a:ln w="0">
            <a:noFill/>
          </a:ln>
        </p:spPr>
        <p:txBody>
          <a:bodyPr lIns="0" tIns="12600" rIns="0" bIns="0" anchor="ctr">
            <a:spAutoFit/>
          </a:bodyPr>
          <a:p>
            <a:pPr marL="12600" indent="0" algn="l">
              <a:lnSpc>
                <a:spcPct val="100000"/>
              </a:lnSpc>
              <a:spcBef>
                <a:spcPts val="99"/>
              </a:spcBef>
              <a:buNone/>
            </a:pPr>
            <a:r>
              <a:rPr lang="en-US" sz="3300" b="1" u="none" strike="noStrike">
                <a:solidFill>
                  <a:schemeClr val="dk2"/>
                </a:solidFill>
                <a:effectLst/>
                <a:uFillTx/>
                <a:latin typeface="Times New Roman"/>
              </a:rPr>
              <a:t>a. </a:t>
            </a:r>
            <a:r>
              <a:rPr lang="en-US" sz="3300" b="1" u="none" spc="-6" strike="noStrike">
                <a:solidFill>
                  <a:schemeClr val="dk2"/>
                </a:solidFill>
                <a:effectLst/>
                <a:uFillTx/>
                <a:latin typeface="Times New Roman"/>
              </a:rPr>
              <a:t>Positive</a:t>
            </a:r>
            <a:r>
              <a:rPr lang="en-US" sz="3300" b="1" u="none" spc="-65" strike="noStrike">
                <a:solidFill>
                  <a:schemeClr val="dk2"/>
                </a:solidFill>
                <a:effectLst/>
                <a:uFillTx/>
                <a:latin typeface="Times New Roman"/>
              </a:rPr>
              <a:t> </a:t>
            </a:r>
            <a:r>
              <a:rPr lang="en-US" sz="3300" b="1" u="none" strike="noStrike">
                <a:solidFill>
                  <a:schemeClr val="dk2"/>
                </a:solidFill>
                <a:effectLst/>
                <a:uFillTx/>
                <a:latin typeface="Times New Roman"/>
              </a:rPr>
              <a:t>regulation:-</a:t>
            </a:r>
            <a:endParaRPr lang="en-US" sz="3300" b="1" u="none" strike="noStrike">
              <a:solidFill>
                <a:schemeClr val="dk2"/>
              </a:solidFill>
              <a:effectLst/>
              <a:uFillTx/>
              <a:latin typeface="Lucida Sans Unicode"/>
            </a:endParaRPr>
          </a:p>
        </p:txBody>
      </p:sp>
      <p:sp>
        <p:nvSpPr>
          <p:cNvPr id="154" name="object 3"/>
          <p:cNvSpPr/>
          <p:nvPr/>
        </p:nvSpPr>
        <p:spPr>
          <a:xfrm>
            <a:off x="536040" y="1051200"/>
            <a:ext cx="7596000" cy="3267360"/>
          </a:xfrm>
          <a:prstGeom prst="rect">
            <a:avLst/>
          </a:prstGeom>
          <a:noFill/>
          <a:ln w="0">
            <a:noFill/>
          </a:ln>
        </p:spPr>
        <p:style>
          <a:lnRef idx="0"/>
          <a:fillRef idx="0"/>
          <a:effectRef idx="0"/>
          <a:fontRef idx="minor"/>
        </p:style>
        <p:txBody>
          <a:bodyPr lIns="0" tIns="58320" rIns="0" bIns="0" anchor="t">
            <a:spAutoFit/>
          </a:bodyPr>
          <a:p>
            <a:pPr marL="527760" indent="-515160" defTabSz="914400">
              <a:lnSpc>
                <a:spcPct val="90000"/>
              </a:lnSpc>
              <a:spcBef>
                <a:spcPts val="459"/>
              </a:spcBef>
              <a:buClr>
                <a:srgbClr val="000000"/>
              </a:buClr>
              <a:buFont typeface="Wingdings" charset="2"/>
              <a:buChar char=""/>
              <a:tabLst>
                <a:tab pos="527760" algn="l"/>
                <a:tab pos="528480" algn="l"/>
              </a:tabLst>
            </a:pPr>
            <a:r>
              <a:rPr lang="en-US" sz="3000" b="0" u="none" strike="noStrike">
                <a:solidFill>
                  <a:schemeClr val="dk1"/>
                </a:solidFill>
                <a:effectLst/>
                <a:uFillTx/>
                <a:latin typeface="Times New Roman"/>
              </a:rPr>
              <a:t>When the </a:t>
            </a:r>
            <a:r>
              <a:rPr lang="en-US" sz="3000" b="0" u="none" spc="-6" strike="noStrike">
                <a:solidFill>
                  <a:schemeClr val="dk1"/>
                </a:solidFill>
                <a:effectLst/>
                <a:uFillTx/>
                <a:latin typeface="Times New Roman"/>
              </a:rPr>
              <a:t>expression </a:t>
            </a:r>
            <a:r>
              <a:rPr lang="en-US" sz="3000" b="0" u="none" strike="noStrike">
                <a:solidFill>
                  <a:schemeClr val="dk1"/>
                </a:solidFill>
                <a:effectLst/>
                <a:uFillTx/>
                <a:latin typeface="Times New Roman"/>
              </a:rPr>
              <a:t>of </a:t>
            </a:r>
            <a:r>
              <a:rPr lang="en-US" sz="3000" b="0" u="none" spc="-6" strike="noStrike">
                <a:solidFill>
                  <a:schemeClr val="dk1"/>
                </a:solidFill>
                <a:effectLst/>
                <a:uFillTx/>
                <a:latin typeface="Times New Roman"/>
              </a:rPr>
              <a:t>genetic information is  quantitatively </a:t>
            </a:r>
            <a:r>
              <a:rPr lang="en-US" sz="3000" b="0" u="none" spc="-6" strike="noStrike">
                <a:solidFill>
                  <a:srgbClr val="FF0000"/>
                </a:solidFill>
                <a:effectLst/>
                <a:uFillTx/>
                <a:latin typeface="Times New Roman"/>
              </a:rPr>
              <a:t>increased</a:t>
            </a:r>
            <a:r>
              <a:rPr lang="en-US" sz="3000" b="0" u="none" spc="-6" strike="noStrike">
                <a:solidFill>
                  <a:srgbClr val="006FC0"/>
                </a:solidFill>
                <a:effectLst/>
                <a:uFillTx/>
                <a:latin typeface="Times New Roman"/>
              </a:rPr>
              <a:t> </a:t>
            </a:r>
            <a:r>
              <a:rPr lang="en-US" sz="3000" b="0" u="none" strike="noStrike">
                <a:solidFill>
                  <a:schemeClr val="dk1"/>
                </a:solidFill>
                <a:effectLst/>
                <a:uFillTx/>
                <a:latin typeface="Times New Roman"/>
              </a:rPr>
              <a:t>by </a:t>
            </a:r>
            <a:r>
              <a:rPr lang="en-US" sz="3000" b="0" u="none" spc="-6" strike="noStrike">
                <a:solidFill>
                  <a:schemeClr val="dk1"/>
                </a:solidFill>
                <a:effectLst/>
                <a:uFillTx/>
                <a:latin typeface="Times New Roman"/>
              </a:rPr>
              <a:t>the presence </a:t>
            </a:r>
            <a:r>
              <a:rPr lang="en-US" sz="3000" b="0" u="none" strike="noStrike">
                <a:solidFill>
                  <a:schemeClr val="dk1"/>
                </a:solidFill>
                <a:effectLst/>
                <a:uFillTx/>
                <a:latin typeface="Times New Roman"/>
              </a:rPr>
              <a:t>of  </a:t>
            </a:r>
            <a:r>
              <a:rPr lang="en-US" sz="3000" b="0" u="none" spc="-6" strike="noStrike">
                <a:solidFill>
                  <a:schemeClr val="dk1"/>
                </a:solidFill>
                <a:effectLst/>
                <a:uFillTx/>
                <a:latin typeface="Times New Roman"/>
              </a:rPr>
              <a:t>specific regulatory element, it is </a:t>
            </a:r>
            <a:r>
              <a:rPr lang="en-US" sz="3000" b="0" u="none" strike="noStrike">
                <a:solidFill>
                  <a:schemeClr val="dk1"/>
                </a:solidFill>
                <a:effectLst/>
                <a:uFillTx/>
                <a:latin typeface="Times New Roman"/>
              </a:rPr>
              <a:t>called </a:t>
            </a:r>
            <a:r>
              <a:rPr lang="en-US" sz="3000" b="0" u="none" spc="-6" strike="noStrike">
                <a:solidFill>
                  <a:schemeClr val="dk1"/>
                </a:solidFill>
                <a:effectLst/>
                <a:uFillTx/>
                <a:latin typeface="Times New Roman"/>
              </a:rPr>
              <a:t>as  positive</a:t>
            </a:r>
            <a:r>
              <a:rPr lang="en-US" sz="3000" b="0" u="none" spc="14" strike="noStrike">
                <a:solidFill>
                  <a:schemeClr val="dk1"/>
                </a:solidFill>
                <a:effectLst/>
                <a:uFillTx/>
                <a:latin typeface="Times New Roman"/>
              </a:rPr>
              <a:t> </a:t>
            </a:r>
            <a:r>
              <a:rPr lang="en-US" sz="3000" b="0" u="none" spc="-6" strike="noStrike">
                <a:solidFill>
                  <a:schemeClr val="dk1"/>
                </a:solidFill>
                <a:effectLst/>
                <a:uFillTx/>
                <a:latin typeface="Times New Roman"/>
              </a:rPr>
              <a:t>regulation.</a:t>
            </a:r>
            <a:endParaRPr lang="en-US" sz="3000" b="0" u="none" strike="noStrike">
              <a:solidFill>
                <a:srgbClr val="000000"/>
              </a:solidFill>
              <a:effectLst/>
              <a:uFillTx/>
              <a:latin typeface="Arial"/>
            </a:endParaRPr>
          </a:p>
          <a:p>
            <a:pPr marL="527760" indent="-515160" defTabSz="914400">
              <a:lnSpc>
                <a:spcPts val="3240"/>
              </a:lnSpc>
              <a:spcBef>
                <a:spcPts val="765"/>
              </a:spcBef>
              <a:buClr>
                <a:srgbClr val="000000"/>
              </a:buClr>
              <a:buFont typeface="Wingdings" charset="2"/>
              <a:buChar char=""/>
              <a:tabLst>
                <a:tab pos="527760" algn="l"/>
                <a:tab pos="528480" algn="l"/>
              </a:tabLst>
            </a:pPr>
            <a:r>
              <a:rPr lang="en-US" sz="3000" b="0" u="none" strike="noStrike">
                <a:solidFill>
                  <a:schemeClr val="dk1"/>
                </a:solidFill>
                <a:effectLst/>
                <a:uFillTx/>
                <a:latin typeface="Times New Roman"/>
              </a:rPr>
              <a:t>The element or </a:t>
            </a:r>
            <a:r>
              <a:rPr lang="en-US" sz="3000" b="0" u="none" spc="-6" strike="noStrike">
                <a:solidFill>
                  <a:schemeClr val="dk1"/>
                </a:solidFill>
                <a:effectLst/>
                <a:uFillTx/>
                <a:latin typeface="Times New Roman"/>
              </a:rPr>
              <a:t>molecule mediating positive  regulation is </a:t>
            </a:r>
            <a:r>
              <a:rPr lang="en-US" sz="3000" b="0" u="none" strike="noStrike">
                <a:solidFill>
                  <a:schemeClr val="dk1"/>
                </a:solidFill>
                <a:effectLst/>
                <a:uFillTx/>
                <a:latin typeface="Times New Roman"/>
              </a:rPr>
              <a:t>called </a:t>
            </a:r>
            <a:r>
              <a:rPr lang="en-US" sz="3000" b="0" u="none" spc="-6" strike="noStrike">
                <a:solidFill>
                  <a:srgbClr val="FF0000"/>
                </a:solidFill>
                <a:effectLst/>
                <a:uFillTx/>
                <a:latin typeface="Times New Roman"/>
              </a:rPr>
              <a:t>positive</a:t>
            </a:r>
            <a:r>
              <a:rPr lang="en-US" sz="3000" b="0" u="none" spc="91" strike="noStrike">
                <a:solidFill>
                  <a:srgbClr val="FF0000"/>
                </a:solidFill>
                <a:effectLst/>
                <a:uFillTx/>
                <a:latin typeface="Times New Roman"/>
              </a:rPr>
              <a:t> </a:t>
            </a:r>
            <a:r>
              <a:rPr lang="en-US" sz="3000" b="0" u="none" spc="-20" strike="noStrike">
                <a:solidFill>
                  <a:srgbClr val="FF0000"/>
                </a:solidFill>
                <a:effectLst/>
                <a:uFillTx/>
                <a:latin typeface="Times New Roman"/>
              </a:rPr>
              <a:t>regulator.</a:t>
            </a:r>
            <a:endParaRPr lang="en-US" sz="3000" b="0" u="none" strike="noStrike">
              <a:solidFill>
                <a:srgbClr val="000000"/>
              </a:solidFill>
              <a:effectLst/>
              <a:uFillTx/>
              <a:latin typeface="Arial"/>
            </a:endParaRPr>
          </a:p>
          <a:p>
            <a:pPr defTabSz="914400">
              <a:lnSpc>
                <a:spcPct val="100000"/>
              </a:lnSpc>
              <a:spcBef>
                <a:spcPts val="14"/>
              </a:spcBef>
              <a:tabLst>
                <a:tab pos="527760" algn="l"/>
                <a:tab pos="528480" algn="l"/>
              </a:tabLst>
            </a:pPr>
            <a:endParaRPr lang="en-US" sz="40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685800" y="152280"/>
            <a:ext cx="7772040" cy="609120"/>
          </a:xfrm>
          <a:prstGeom prst="rect">
            <a:avLst/>
          </a:prstGeom>
          <a:noFill/>
          <a:ln w="0">
            <a:noFill/>
          </a:ln>
        </p:spPr>
        <p:txBody>
          <a:bodyPr lIns="90000" tIns="45000" rIns="90000" bIns="45000" anchor="ctr">
            <a:normAutofit fontScale="85000" lnSpcReduction="9999"/>
          </a:bodyPr>
          <a:p>
            <a:pPr indent="0" algn="l">
              <a:lnSpc>
                <a:spcPct val="100000"/>
              </a:lnSpc>
              <a:buNone/>
            </a:pPr>
            <a:r>
              <a:rPr lang="en-US" sz="4100" b="1" u="none" strike="noStrike">
                <a:solidFill>
                  <a:srgbClr val="2FB0DC"/>
                </a:solidFill>
                <a:effectLst/>
                <a:uFillTx/>
                <a:latin typeface="Lucida Sans Unicode"/>
              </a:rPr>
              <a:t>Positive Regulation</a:t>
            </a:r>
            <a:endParaRPr lang="en-US" sz="4100" b="1" u="none" strike="noStrike">
              <a:solidFill>
                <a:schemeClr val="dk2"/>
              </a:solidFill>
              <a:effectLst/>
              <a:uFillTx/>
              <a:latin typeface="Lucida Sans Unicode"/>
            </a:endParaRPr>
          </a:p>
        </p:txBody>
      </p:sp>
      <p:sp>
        <p:nvSpPr>
          <p:cNvPr id="156" name="Line 4"/>
          <p:cNvSpPr/>
          <p:nvPr/>
        </p:nvSpPr>
        <p:spPr>
          <a:xfrm>
            <a:off x="380880" y="914400"/>
            <a:ext cx="8381880" cy="360"/>
          </a:xfrm>
          <a:prstGeom prst="line">
            <a:avLst/>
          </a:prstGeom>
          <a:ln w="57150">
            <a:solidFill>
              <a:srgbClr val="2FB0DC"/>
            </a:solidFill>
            <a:round/>
          </a:ln>
        </p:spPr>
        <p:style>
          <a:lnRef idx="0"/>
          <a:fillRef idx="0"/>
          <a:effectRef idx="0"/>
          <a:fontRef idx="minor"/>
        </p:style>
        <p:txBody>
          <a:bodyPr lIns="90000" tIns="-44640" rIns="90000" bIns="-44640" anchor="t">
            <a:noAutofit/>
          </a:bodyPr>
          <a:p>
            <a:endParaRPr lang="en-GB" sz="1800" b="0" u="none" strike="noStrike">
              <a:solidFill>
                <a:schemeClr val="dk1"/>
              </a:solidFill>
              <a:effectLst/>
              <a:uFillTx/>
              <a:latin typeface="Lucida Sans Unicode"/>
            </a:endParaRPr>
          </a:p>
        </p:txBody>
      </p:sp>
      <p:sp>
        <p:nvSpPr>
          <p:cNvPr id="157" name="Rectangle 1"/>
          <p:cNvSpPr/>
          <p:nvPr/>
        </p:nvSpPr>
        <p:spPr>
          <a:xfrm>
            <a:off x="289080" y="1160640"/>
            <a:ext cx="8016480" cy="132372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100000"/>
              </a:lnSpc>
              <a:buClr>
                <a:srgbClr val="000000"/>
              </a:buClr>
              <a:buFont typeface="Arial"/>
              <a:buChar char="•"/>
            </a:pPr>
            <a:r>
              <a:rPr lang="en-US" sz="2800" b="0" u="none" strike="noStrike">
                <a:solidFill>
                  <a:srgbClr val="00CC00"/>
                </a:solidFill>
                <a:effectLst/>
                <a:uFillTx/>
                <a:latin typeface="Calibri"/>
                <a:ea typeface="MS PGothic"/>
              </a:rPr>
              <a:t>Positive regulation involves </a:t>
            </a:r>
            <a:r>
              <a:rPr lang="en-US" sz="2800" b="1" u="none" strike="noStrike">
                <a:solidFill>
                  <a:srgbClr val="00CC00"/>
                </a:solidFill>
                <a:effectLst/>
                <a:uFillTx/>
                <a:latin typeface="Calibri"/>
                <a:ea typeface="MS PGothic"/>
              </a:rPr>
              <a:t>activators.</a:t>
            </a:r>
            <a:endParaRPr lang="en-US" sz="2800" b="0" u="none" strike="noStrike">
              <a:solidFill>
                <a:srgbClr val="000000"/>
              </a:solidFill>
              <a:effectLst/>
              <a:uFillTx/>
              <a:latin typeface="Arial"/>
            </a:endParaRPr>
          </a:p>
          <a:p>
            <a:pPr marL="343080" indent="-343080" defTabSz="914400">
              <a:lnSpc>
                <a:spcPct val="100000"/>
              </a:lnSpc>
              <a:buClr>
                <a:srgbClr val="000000"/>
              </a:buClr>
              <a:buFont typeface="Arial"/>
              <a:buChar char="•"/>
            </a:pPr>
            <a:r>
              <a:rPr lang="en-US" sz="2800" b="0" u="none" strike="noStrike">
                <a:solidFill>
                  <a:schemeClr val="dk1"/>
                </a:solidFill>
                <a:effectLst/>
                <a:uFillTx/>
                <a:latin typeface="Calibri"/>
                <a:ea typeface="MS PGothic"/>
              </a:rPr>
              <a:t>Enhance activity of RNA polymerase</a:t>
            </a:r>
            <a:endParaRPr lang="en-US" sz="2800" b="0" u="none" strike="noStrike">
              <a:solidFill>
                <a:srgbClr val="000000"/>
              </a:solidFill>
              <a:effectLst/>
              <a:uFillTx/>
              <a:latin typeface="Arial"/>
            </a:endParaRPr>
          </a:p>
          <a:p>
            <a:pPr defTabSz="914400">
              <a:lnSpc>
                <a:spcPct val="100000"/>
              </a:lnSpc>
            </a:pPr>
            <a:endParaRPr lang="en-US" sz="2400" b="0" u="none" strike="noStrike">
              <a:solidFill>
                <a:srgbClr val="000000"/>
              </a:solidFill>
              <a:effectLst/>
              <a:uFillTx/>
              <a:latin typeface="Arial"/>
            </a:endParaRPr>
          </a:p>
        </p:txBody>
      </p:sp>
      <p:sp>
        <p:nvSpPr>
          <p:cNvPr id="158" name="Rectangle 2"/>
          <p:cNvSpPr/>
          <p:nvPr/>
        </p:nvSpPr>
        <p:spPr>
          <a:xfrm>
            <a:off x="228600" y="2133720"/>
            <a:ext cx="3962160" cy="3785760"/>
          </a:xfrm>
          <a:prstGeom prst="rect">
            <a:avLst/>
          </a:prstGeom>
          <a:noFill/>
          <a:ln w="0">
            <a:noFill/>
          </a:ln>
        </p:spPr>
        <p:style>
          <a:lnRef idx="0"/>
          <a:fillRef idx="0"/>
          <a:effectRef idx="0"/>
          <a:fontRef idx="minor"/>
        </p:style>
        <p:txBody>
          <a:bodyPr lIns="90000" tIns="45000" rIns="90000" bIns="45000" anchor="t">
            <a:spAutoFit/>
          </a:bodyPr>
          <a:p>
            <a:pPr marL="800280" lvl="1" indent="-343080" defTabSz="914400">
              <a:lnSpc>
                <a:spcPct val="100000"/>
              </a:lnSpc>
              <a:buClr>
                <a:srgbClr val="000000"/>
              </a:buClr>
              <a:buFont typeface="Arial"/>
              <a:buChar char="•"/>
            </a:pPr>
            <a:r>
              <a:rPr lang="en-US" sz="2400" b="0" u="none" strike="noStrike">
                <a:solidFill>
                  <a:schemeClr val="dk1"/>
                </a:solidFill>
                <a:effectLst/>
                <a:uFillTx/>
                <a:latin typeface="Calibri"/>
                <a:ea typeface="MS PGothic"/>
              </a:rPr>
              <a:t>Activator-binding sites are near promoters that weakly bind RNA Pol or do not bind at all.</a:t>
            </a:r>
            <a:endParaRPr lang="en-US" sz="2400" b="0" u="none" strike="noStrike">
              <a:solidFill>
                <a:srgbClr val="000000"/>
              </a:solidFill>
              <a:effectLst/>
              <a:uFillTx/>
              <a:latin typeface="Arial"/>
            </a:endParaRPr>
          </a:p>
          <a:p>
            <a:pPr marL="800280" lvl="1" indent="-343080" defTabSz="914400">
              <a:lnSpc>
                <a:spcPct val="100000"/>
              </a:lnSpc>
              <a:buClr>
                <a:srgbClr val="000000"/>
              </a:buClr>
              <a:buFont typeface="Arial"/>
              <a:buChar char="•"/>
            </a:pPr>
            <a:r>
              <a:rPr lang="en-US" sz="2400" b="0" u="none" strike="noStrike">
                <a:solidFill>
                  <a:schemeClr val="dk1"/>
                </a:solidFill>
                <a:effectLst/>
                <a:uFillTx/>
                <a:latin typeface="Calibri"/>
                <a:ea typeface="MS PGothic"/>
              </a:rPr>
              <a:t>It may remain bound until a molecule signals dissociation.</a:t>
            </a:r>
            <a:endParaRPr lang="en-US" sz="2400" b="0" u="none" strike="noStrike">
              <a:solidFill>
                <a:srgbClr val="000000"/>
              </a:solidFill>
              <a:effectLst/>
              <a:uFillTx/>
              <a:latin typeface="Arial"/>
            </a:endParaRPr>
          </a:p>
          <a:p>
            <a:pPr marL="800280" lvl="1" indent="-343080" defTabSz="914400">
              <a:lnSpc>
                <a:spcPct val="100000"/>
              </a:lnSpc>
              <a:buClr>
                <a:srgbClr val="000000"/>
              </a:buClr>
              <a:buFont typeface="Arial"/>
              <a:buChar char="•"/>
            </a:pPr>
            <a:r>
              <a:rPr lang="en-US" sz="2400" b="0" u="none" strike="noStrike">
                <a:solidFill>
                  <a:schemeClr val="dk1"/>
                </a:solidFill>
                <a:effectLst/>
                <a:uFillTx/>
                <a:latin typeface="Calibri"/>
                <a:ea typeface="MS PGothic"/>
              </a:rPr>
              <a:t>Alternatively, the activator may only bind when signaled.</a:t>
            </a:r>
            <a:endParaRPr lang="en-US" sz="2400" b="0" u="none" strike="noStrike">
              <a:solidFill>
                <a:srgbClr val="000000"/>
              </a:solidFill>
              <a:effectLst/>
              <a:uFillTx/>
              <a:latin typeface="Arial"/>
            </a:endParaRPr>
          </a:p>
        </p:txBody>
      </p:sp>
      <p:pic>
        <p:nvPicPr>
          <p:cNvPr id="159" name="Picture 8" descr="Part C: A four-part diagram illustrating the common patterns of regulation of transcription initiation; parts a and b show negative regulation, and parts c and d show positive regulation. In part a, a mid-sized, narrow rectangular structure is divided into three segments by black lines. Starting from the left, the first segment is short and blue, and labeled DNA. The next segment is longer and purple, and labeled, Promoter. Towards the right end of this segment, an orange egg-like structure is shown with a crack at the top, creating a V; this is labeled Repressor. To the right of the purple segment is a yellow segment that is slightly shorter. Above the line that separates the purple and yellow segments is a short arrow that points up, and then right to bold red letters that say, &quot;OFF.&quot; Below this structure is an arrow pointing down. To its left, a small green diamond shape, labeled Molecular signal, enters the process; this is illustrated by a small arrow that curves into the arrow pointing down. The two arrows point to another mid-sized, narrow rectangular structure, this time, divided into five segments: a short blue one on the left, followed by a longer light purple one, followed by a significantly shorter, darker purple segment, a tiny light purple, and the yellow at the end. The darker purple segment is labeled, Operator, and above the line that separates the tiny light purple and yellow segments is a short arrow that points up, and then right to bold green letters that say, &quot;ON.&quot; Below the yellow segment, a short arrow points down to a wavy green line, labeled mRNA. To the left of that is the orange egg-like structure described earlier; however, this time, the V-shaped crack on top is filled with the green molecular signal. Text above this entire schematic reads, “Negative regulation – Molecular signal causes dissociation of repressor from DNA, inducing transcription.” To the right of this is part b, which starts out with the same structure described in the second half of part a, except this time, the orange egg with the molecular signal is no longer below. Instead, there’s an arrow pointing down, and to the left, a red molecular signal curves into the arrow; to the right, the repressor described at the beginning is shown entering the process. Below the arrow pointing down is the same structure described at the beginning of image a, but this time, the red molecular signal is lodged at the top of the orange structure where the crack is located. The entire schematic reads, “Negative regulation – Molecular signal causes binding of repressor to DNA, inhibiting transcription.” In part c, the same narrow rectangular structure is shown, but this time, it is divided into four segments. Starting from the left is a short, light blue segment, followed by a dark blue segment of the same length, labeled as the activator binding site, followed by a longer purple segment, followed by a yellow segment the length of the blue segments. Above the dark blue segment is a light green ovular structure with an indentation at the top; this is labeled as the activator. To the right of the activator, a purple globular mass, labeled as RNA polymerase, rests on top of the purple segment. Above the line that separates the purple and yellow segments is a short arrow that points up, and then right to bold green letters that say, &quot;ON.&quot; Below the yellow segment is a short arrow pointing down to a green wavy line, labeled as mRNA. Below this structure is an arrow pointing down. To its left, another arrow curves into it, indicating the introduction of the red, diamond-shaped molecular signal into the process. Below the two arrows is the same rectangular structure just described, but this time, the activator is below the rectangular line, and the red molecular signal is bound to the top of the activator. Also, the arrow that separates the purple and yellow segments points right to bold red letters that say, &quot;OFF.&quot; This schematic reads, “Positive regulation – Molecular signal causes dissociation of activator from DNA, inhibiting transcription.” In part d, the same structure described at the end of part c is shown. Below it is an arrow that points down. To its left, a green, diamond-shaped molecular signal is shown entering the process by way of a short arrow that curves into the arrow pointing down. To its right, the light-green activator is shown entering the process by way of an arrow curving into the arrow pointing down. Below these arrows is a similar structure as the one described at the beginning of part c, but this time, the green molecular signal is lodged into the crack at the top of the activator, which sits on top of the dark blue segment. Everything else is the same as the first structure in part c. This entire schematic reads, “Positive regulation – Molecular signal causes binding of activator to DNA, inducing transcription.”&#10;"/>
          <p:cNvPicPr/>
          <p:nvPr/>
        </p:nvPicPr>
        <p:blipFill>
          <a:blip r:embed="rId1"/>
          <a:stretch/>
        </p:blipFill>
        <p:spPr>
          <a:xfrm>
            <a:off x="4267080" y="2230560"/>
            <a:ext cx="2338200" cy="4474800"/>
          </a:xfrm>
          <a:prstGeom prst="rect">
            <a:avLst/>
          </a:prstGeom>
          <a:noFill/>
          <a:ln w="0">
            <a:noFill/>
          </a:ln>
        </p:spPr>
      </p:pic>
      <p:pic>
        <p:nvPicPr>
          <p:cNvPr id="160" name="Picture 9" descr="Part D: A four-part diagram illustrating the common patterns of regulation of transcription initiation; parts a and b show negative regulation, and parts c and d show positive regulation. In part a, a mid-sized, narrow rectangular structure is divided into three segments by black lines. Starting from the left, the first segment is short and blue, and labeled DNA. The next segment is longer and purple, and labeled, Promoter. Towards the right end of this segment, an orange egg-like structure is shown with a crack at the top, creating a V; this is labeled Repressor. To the right of the purple segment is a yellow segment that is slightly shorter. Above the line that separates the purple and yellow segments is a short arrow that points up, and then right to bold red letters that say, &quot;OFF.&quot; Below this structure is an arrow pointing down. To its left, a small green diamond shape, labeled Molecular signal, enters the process; this is illustrated by a small arrow that curves into the arrow pointing down. The two arrows point to another mid-sized, narrow rectangular structure, this time, divided into five segments: a short blue one on the left, followed by a longer light purple one, followed by a significantly shorter, darker purple segment, a tiny light purple, and the yellow at the end. The darker purple segment is labeled, Operator, and above the line that separates the tiny light purple and yellow segments is a short arrow that points up, and then right to bold green letters that say, &quot;ON.&quot; Below the yellow segment, a short arrow points down to a wavy green line, labeled mRNA. To the left of that is the orange egg-like structure described earlier; however, this time, the V-shaped crack on top is filled with the green molecular signal. Text above this entire schematic reads, “Negative regulation – Molecular signal causes dissociation of repressor from DNA, inducing transcription.” To the right of this is part b, which starts out with the same structure described in the second half of part a, except this time, the orange egg with the molecular signal is no longer below. Instead, there’s an arrow pointing down, and to the left, a red molecular signal curves into the arrow; to the right, the repressor described at the beginning is shown entering the process. Below the arrow pointing down is the same structure described at the beginning of image a, but this time, the red molecular signal is lodged at the top of the orange structure where the crack is located. The entire schematic reads, “Negative regulation – Molecular signal causes binding of repressor to DNA, inhibiting transcription.” In part c, the same narrow rectangular structure is shown, but this time, it is divided into four segments. Starting from the left is a short, light blue segment, followed by a dark blue segment of the same length, labeled as the activator binding site, followed by a longer purple segment, followed by a yellow segment the length of the blue segments. Above the dark blue segment is a light green ovular structure with an indentation at the top; this is labeled as the activator. To the right of the activator, a purple globular mass, labeled as RNA polymerase, rests on top of the purple segment. Above the line that separates the purple and yellow segments is a short arrow that points up, and then right to bold green letters that say, &quot;ON.&quot; Below the yellow segment is a short arrow pointing down to a green wavy line, labeled as mRNA. Below this structure is an arrow pointing down. To its left, another arrow curves into it, indicating the introduction of the red, diamond-shaped molecular signal into the process. Below the two arrows is the same rectangular structure just described, but this time, the activator is below the rectangular line, and the red molecular signal is bound to the top of the activator. Also, the arrow that separates the purple and yellow segments points right to bold red letters that say, &quot;OFF.&quot; This schematic reads, “Positive regulation – Molecular signal causes dissociation of activator from DNA, inhibiting transcription.” In part d, the same structure described at the end of part c is shown. Below it is an arrow that points down. To its left, a green, diamond-shaped molecular signal is shown entering the process by way of a short arrow that curves into the arrow pointing down. To its right, the light-green activator is shown entering the process by way of an arrow curving into the arrow pointing down. Below these arrows is a similar structure as the one described at the beginning of part c, but this time, the green molecular signal is lodged into the crack at the top of the activator, which sits on top of the dark blue segment. Everything else is the same as the first structure in part c. This entire schematic reads, “Positive regulation – Molecular signal causes binding of activator to DNA, inducing transcription.”&#10;"/>
          <p:cNvPicPr/>
          <p:nvPr/>
        </p:nvPicPr>
        <p:blipFill>
          <a:blip r:embed="rId2"/>
          <a:stretch/>
        </p:blipFill>
        <p:spPr>
          <a:xfrm>
            <a:off x="6624720" y="2230560"/>
            <a:ext cx="2437920" cy="44748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536040" y="824400"/>
            <a:ext cx="6987960" cy="637560"/>
          </a:xfrm>
          <a:prstGeom prst="rect">
            <a:avLst/>
          </a:prstGeom>
          <a:noFill/>
          <a:ln w="0">
            <a:noFill/>
          </a:ln>
        </p:spPr>
        <p:txBody>
          <a:bodyPr lIns="0" tIns="12600" rIns="0" bIns="0" anchor="ctr">
            <a:spAutoFit/>
          </a:bodyPr>
          <a:p>
            <a:pPr marL="12600" indent="0" algn="l">
              <a:lnSpc>
                <a:spcPct val="100000"/>
              </a:lnSpc>
              <a:spcBef>
                <a:spcPts val="99"/>
              </a:spcBef>
              <a:buNone/>
            </a:pPr>
            <a:r>
              <a:rPr lang="en-US" sz="3600" b="1" u="none" strike="noStrike">
                <a:solidFill>
                  <a:schemeClr val="dk2"/>
                </a:solidFill>
                <a:effectLst/>
                <a:uFillTx/>
                <a:latin typeface="Times New Roman"/>
              </a:rPr>
              <a:t>b. Negative</a:t>
            </a:r>
            <a:r>
              <a:rPr lang="en-US" sz="3600" b="1" u="none" spc="-54" strike="noStrike">
                <a:solidFill>
                  <a:schemeClr val="dk2"/>
                </a:solidFill>
                <a:effectLst/>
                <a:uFillTx/>
                <a:latin typeface="Times New Roman"/>
              </a:rPr>
              <a:t> </a:t>
            </a:r>
            <a:r>
              <a:rPr lang="en-US" sz="3600" b="1" u="none" spc="-6" strike="noStrike">
                <a:solidFill>
                  <a:schemeClr val="dk2"/>
                </a:solidFill>
                <a:effectLst/>
                <a:uFillTx/>
                <a:latin typeface="Times New Roman"/>
              </a:rPr>
              <a:t>regulation:-</a:t>
            </a:r>
            <a:endParaRPr lang="en-US" sz="3600" b="1" u="none" strike="noStrike">
              <a:solidFill>
                <a:schemeClr val="dk2"/>
              </a:solidFill>
              <a:effectLst/>
              <a:uFillTx/>
              <a:latin typeface="Lucida Sans Unicode"/>
            </a:endParaRPr>
          </a:p>
        </p:txBody>
      </p:sp>
      <p:sp>
        <p:nvSpPr>
          <p:cNvPr id="162" name="object 3"/>
          <p:cNvSpPr/>
          <p:nvPr/>
        </p:nvSpPr>
        <p:spPr>
          <a:xfrm>
            <a:off x="536040" y="1503720"/>
            <a:ext cx="8058600" cy="2577960"/>
          </a:xfrm>
          <a:prstGeom prst="rect">
            <a:avLst/>
          </a:prstGeom>
          <a:noFill/>
          <a:ln w="0">
            <a:noFill/>
          </a:ln>
        </p:spPr>
        <p:style>
          <a:lnRef idx="0"/>
          <a:fillRef idx="0"/>
          <a:effectRef idx="0"/>
          <a:fontRef idx="minor"/>
        </p:style>
        <p:txBody>
          <a:bodyPr lIns="0" tIns="13320" rIns="0" bIns="0" anchor="t">
            <a:spAutoFit/>
          </a:bodyPr>
          <a:p>
            <a:pPr marL="527760" indent="-515160" defTabSz="914400">
              <a:lnSpc>
                <a:spcPct val="100000"/>
              </a:lnSpc>
              <a:spcBef>
                <a:spcPts val="105"/>
              </a:spcBef>
              <a:buClr>
                <a:srgbClr val="000000"/>
              </a:buClr>
              <a:buFont typeface="Wingdings" charset="2"/>
              <a:buChar char=""/>
              <a:tabLst>
                <a:tab pos="527760" algn="l"/>
                <a:tab pos="528480" algn="l"/>
              </a:tabLst>
            </a:pPr>
            <a:r>
              <a:rPr lang="en-US" sz="3200" b="0" u="none" strike="noStrike">
                <a:solidFill>
                  <a:schemeClr val="dk1"/>
                </a:solidFill>
                <a:effectLst/>
                <a:uFillTx/>
                <a:latin typeface="Times New Roman"/>
              </a:rPr>
              <a:t>When the expression of genetic information</a:t>
            </a:r>
            <a:r>
              <a:rPr lang="en-US" sz="3200" b="0" u="none" spc="-125" strike="noStrike">
                <a:solidFill>
                  <a:schemeClr val="dk1"/>
                </a:solidFill>
                <a:effectLst/>
                <a:uFillTx/>
                <a:latin typeface="Times New Roman"/>
              </a:rPr>
              <a:t> </a:t>
            </a:r>
            <a:r>
              <a:rPr lang="en-US" sz="3200" b="0" u="none" strike="noStrike">
                <a:solidFill>
                  <a:schemeClr val="dk1"/>
                </a:solidFill>
                <a:effectLst/>
                <a:uFillTx/>
                <a:latin typeface="Times New Roman"/>
              </a:rPr>
              <a:t>is  quantitatively </a:t>
            </a:r>
            <a:r>
              <a:rPr lang="en-US" sz="3200" b="0" u="none" strike="noStrike">
                <a:solidFill>
                  <a:srgbClr val="006FC0"/>
                </a:solidFill>
                <a:effectLst/>
                <a:uFillTx/>
                <a:latin typeface="Times New Roman"/>
              </a:rPr>
              <a:t>decreased </a:t>
            </a:r>
            <a:r>
              <a:rPr lang="en-US" sz="3200" b="0" u="none" strike="noStrike">
                <a:solidFill>
                  <a:schemeClr val="dk1"/>
                </a:solidFill>
                <a:effectLst/>
                <a:uFillTx/>
                <a:latin typeface="Times New Roman"/>
              </a:rPr>
              <a:t>by the presence of  specific regulatory element, it is called as  negative</a:t>
            </a:r>
            <a:r>
              <a:rPr lang="en-US" sz="3200" b="0" u="none" spc="-31" strike="noStrike">
                <a:solidFill>
                  <a:schemeClr val="dk1"/>
                </a:solidFill>
                <a:effectLst/>
                <a:uFillTx/>
                <a:latin typeface="Times New Roman"/>
              </a:rPr>
              <a:t> </a:t>
            </a:r>
            <a:r>
              <a:rPr lang="en-US" sz="3200" b="0" u="none" strike="noStrike">
                <a:solidFill>
                  <a:schemeClr val="dk1"/>
                </a:solidFill>
                <a:effectLst/>
                <a:uFillTx/>
                <a:latin typeface="Times New Roman"/>
              </a:rPr>
              <a:t>regulation.</a:t>
            </a:r>
            <a:endParaRPr lang="en-US" sz="3200" b="0" u="none" strike="noStrike">
              <a:solidFill>
                <a:srgbClr val="000000"/>
              </a:solidFill>
              <a:effectLst/>
              <a:uFillTx/>
              <a:latin typeface="Arial"/>
            </a:endParaRPr>
          </a:p>
          <a:p>
            <a:pPr marL="12600" defTabSz="914400">
              <a:lnSpc>
                <a:spcPct val="100000"/>
              </a:lnSpc>
              <a:spcBef>
                <a:spcPts val="774"/>
              </a:spcBef>
              <a:tabLst>
                <a:tab pos="527760" algn="l"/>
                <a:tab pos="528480" algn="l"/>
              </a:tabLst>
            </a:pP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Picture 8" descr="Part A:&#10;A four-part diagram illustrating the common patterns of regulation of transcription initiation; parts a and b show negative regulation, and parts c and d show positive regulation. In part a, a mid-sized, narrow rectangular structure is divided into three segments by black lines. Starting from the left, the first segment is short and blue, and labeled DNA. The next segment is longer and purple, and labeled, Promoter. Towards the right end of this segment, an orange egg-like structure is shown with a crack at the top, creating a V; this is labeled Repressor. To the right of the purple segment is a yellow segment that is slightly shorter. Above the line that separates the purple and yellow segments is a short arrow that points up, and then right to bold red letters that say, &quot;OFF.&quot; Below this structure is an arrow pointing down. To its left, a small green diamond shape, labeled Molecular signal, enters the process; this is illustrated by a small arrow that curves into the arrow pointing down. The two arrows point to another mid-sized, narrow rectangular structure, this time, divided into five segments: a short blue one on the left, followed by a longer light purple one, followed by a significantly shorter, darker purple segment, a tiny light purple, and the yellow at the end. The darker purple segment is labeled, Operator, and above the line that separates the tiny light purple and yellow segments is a short arrow that points up, and then right to bold green letters that say, &quot;ON.&quot; Below the yellow segment, a short arrow points down to a wavy green line, labeled mRNA. To the left of that is the orange egg-like structure described earlier; however, this time, the V-shaped crack on top is filled with the green molecular signal. Text above this entire schematic reads, “Negative regulation – Molecular signal causes dissociation of repressor from DNA, inducing transcription.” To the right of this is part b, which starts out with the same structure described in the second half of part a, except this time, the orange egg with the molecular signal is no longer below. Instead, there’s an arrow pointing down, and to the left, a red molecular signal curves into the arrow; to the right, the repressor described at the beginning is shown entering the process. Below the arrow pointing down is the same structure described at the beginning of image a, but this time, the red molecular signal is lodged at the top of the orange structure where the crack is located. The entire schematic reads, “Negative regulation – Molecular signal causes binding of repressor to DNA, inhibiting transcription.” In part c, the same narrow rectangular structure is shown, but this time, it is divided into four segments. Starting from the left is a short, light blue segment, followed by a dark blue segment of the same length, labeled as the activator binding site, followed by a longer purple segment, followed by a yellow segment the length of the blue segments. Above the dark blue segment is a light green ovular structure with an indentation at the top; this is labeled as the activator. To the right of the activator, a purple globular mass, labeled as RNA polymerase, rests on top of the purple segment. Above the line that separates the purple and yellow segments is a short arrow that points up, and then right to bold green letters that say, &quot;ON.&quot; Below the yellow segment is a short arrow pointing down to a green wavy line, labeled as mRNA. Below this structure is an arrow pointing down. To its left, another arrow curves into it, indicating the introduction of the red, diamond-shaped molecular signal into the process. Below the two arrows is the same rectangular structure just described, but this time, the activator is below the rectangular line, and the red molecular signal is bound to the top of the activator. Also, the arrow that separates the purple and yellow segments points right to bold red letters that say, &quot;OFF.&quot; This schematic reads, “Positive regulation – Molecular signal causes dissociation of activator from DNA, inhibiting transcription.” In part d, the same structure described at the end of part c is shown. Below it is an arrow that points down. To its left, a green, diamond-shaped molecular signal is shown entering the process by way of a short arrow that curves into the arrow pointing down. To its right, the light-green activator is shown entering the process by way of an arrow curving into the arrow pointing down. Below these arrows is a similar structure as the one described at the beginning of part c, but this time, the green molecular signal is lodged into the crack at the top of the activator, which sits on top of the dark blue segment. Everything else is the same as the first structure in part c. This entire schematic reads, “Positive regulation – Molecular signal causes binding of activator to DNA, inducing transcription.”&#10;"/>
          <p:cNvPicPr/>
          <p:nvPr/>
        </p:nvPicPr>
        <p:blipFill>
          <a:blip r:embed="rId1"/>
          <a:stretch/>
        </p:blipFill>
        <p:spPr>
          <a:xfrm>
            <a:off x="4621320" y="3036960"/>
            <a:ext cx="2084040" cy="3668400"/>
          </a:xfrm>
          <a:prstGeom prst="rect">
            <a:avLst/>
          </a:prstGeom>
          <a:noFill/>
          <a:ln w="0">
            <a:noFill/>
          </a:ln>
        </p:spPr>
      </p:pic>
      <p:sp>
        <p:nvSpPr>
          <p:cNvPr id="164" name="PlaceHolder 1"/>
          <p:cNvSpPr>
            <a:spLocks noGrp="1"/>
          </p:cNvSpPr>
          <p:nvPr>
            <p:ph type="title"/>
          </p:nvPr>
        </p:nvSpPr>
        <p:spPr>
          <a:xfrm>
            <a:off x="609480" y="76320"/>
            <a:ext cx="7772040" cy="609120"/>
          </a:xfrm>
          <a:prstGeom prst="rect">
            <a:avLst/>
          </a:prstGeom>
          <a:noFill/>
          <a:ln w="0">
            <a:noFill/>
          </a:ln>
        </p:spPr>
        <p:txBody>
          <a:bodyPr lIns="90000" tIns="45000" rIns="90000" bIns="45000" anchor="ctr">
            <a:normAutofit fontScale="85000" lnSpcReduction="9999"/>
          </a:bodyPr>
          <a:p>
            <a:pPr indent="0" algn="l">
              <a:lnSpc>
                <a:spcPct val="100000"/>
              </a:lnSpc>
              <a:buNone/>
            </a:pPr>
            <a:r>
              <a:rPr lang="en-US" sz="4100" b="1" u="none" strike="noStrike">
                <a:solidFill>
                  <a:srgbClr val="2FB0DC"/>
                </a:solidFill>
                <a:effectLst/>
                <a:uFillTx/>
                <a:latin typeface="Lucida Sans Unicode"/>
              </a:rPr>
              <a:t>Negative Regulation</a:t>
            </a:r>
            <a:endParaRPr lang="en-US" sz="4100" b="1" u="none" strike="noStrike">
              <a:solidFill>
                <a:schemeClr val="dk2"/>
              </a:solidFill>
              <a:effectLst/>
              <a:uFillTx/>
              <a:latin typeface="Lucida Sans Unicode"/>
            </a:endParaRPr>
          </a:p>
        </p:txBody>
      </p:sp>
      <p:sp>
        <p:nvSpPr>
          <p:cNvPr id="165" name="PlaceHolder 2"/>
          <p:cNvSpPr>
            <a:spLocks noGrp="1"/>
          </p:cNvSpPr>
          <p:nvPr>
            <p:ph/>
          </p:nvPr>
        </p:nvSpPr>
        <p:spPr>
          <a:xfrm>
            <a:off x="304920" y="1066680"/>
            <a:ext cx="8152920" cy="2361960"/>
          </a:xfrm>
          <a:prstGeom prst="rect">
            <a:avLst/>
          </a:prstGeom>
          <a:noFill/>
          <a:ln w="0">
            <a:noFill/>
          </a:ln>
        </p:spPr>
        <p:txBody>
          <a:bodyPr lIns="90000" tIns="45000" rIns="90000" bIns="45000" anchor="t">
            <a:noAutofit/>
          </a:bodyPr>
          <a:p>
            <a:pPr marL="365760" indent="-255960" algn="l">
              <a:lnSpc>
                <a:spcPct val="100000"/>
              </a:lnSpc>
              <a:spcBef>
                <a:spcPts val="400"/>
              </a:spcBef>
              <a:buClr>
                <a:srgbClr val="000000"/>
              </a:buClr>
              <a:buSzPct val="68000"/>
              <a:buFont typeface="Wingdings 3" charset="2"/>
              <a:buChar char=""/>
            </a:pPr>
            <a:r>
              <a:rPr lang="en-US" sz="2800" b="1" u="none" strike="noStrike">
                <a:solidFill>
                  <a:schemeClr val="dk1"/>
                </a:solidFill>
                <a:effectLst/>
                <a:uFillTx/>
                <a:latin typeface="Lucida Sans Unicode"/>
              </a:rPr>
              <a:t>Negative regulation involves repressors.</a:t>
            </a:r>
            <a:endParaRPr lang="en-US" sz="28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400" b="0" u="none" strike="noStrike">
                <a:solidFill>
                  <a:schemeClr val="dk1"/>
                </a:solidFill>
                <a:effectLst/>
                <a:uFillTx/>
                <a:latin typeface="Lucida Sans Unicode"/>
              </a:rPr>
              <a:t>Example: Repressor binds to DNA and shuts down transcription</a:t>
            </a:r>
            <a:endParaRPr lang="en-US" sz="2400" b="0" u="none" strike="noStrike">
              <a:solidFill>
                <a:schemeClr val="dk1"/>
              </a:solidFill>
              <a:effectLst/>
              <a:uFillTx/>
              <a:latin typeface="Lucida Sans Unicode"/>
            </a:endParaRPr>
          </a:p>
          <a:p>
            <a:pPr marL="621720" lvl="1" indent="-228600" algn="l">
              <a:lnSpc>
                <a:spcPct val="100000"/>
              </a:lnSpc>
              <a:spcBef>
                <a:spcPts val="323"/>
              </a:spcBef>
              <a:buClr>
                <a:srgbClr val="2DA2BF"/>
              </a:buClr>
              <a:buFont typeface="Verdana"/>
              <a:buChar char="◦"/>
            </a:pPr>
            <a:r>
              <a:rPr lang="en-US" sz="2400" b="0" u="none" strike="noStrike">
                <a:solidFill>
                  <a:schemeClr val="dk1"/>
                </a:solidFill>
                <a:effectLst/>
                <a:uFillTx/>
                <a:latin typeface="Lucida Sans Unicode"/>
              </a:rPr>
              <a:t>Alternative: Signal causes repressor to dissociate from DNA; transcription induced  </a:t>
            </a:r>
            <a:endParaRPr lang="en-US" sz="2400" b="0" u="none" strike="noStrike">
              <a:solidFill>
                <a:schemeClr val="dk1"/>
              </a:solidFill>
              <a:effectLst/>
              <a:uFillTx/>
              <a:latin typeface="Lucida Sans Unicode"/>
            </a:endParaRPr>
          </a:p>
          <a:p>
            <a:pPr indent="0" algn="l">
              <a:lnSpc>
                <a:spcPct val="100000"/>
              </a:lnSpc>
              <a:spcBef>
                <a:spcPts val="323"/>
              </a:spcBef>
              <a:buNone/>
            </a:pPr>
            <a:endParaRPr lang="en-US" sz="2300" b="0" u="none" strike="noStrike">
              <a:solidFill>
                <a:schemeClr val="dk1"/>
              </a:solidFill>
              <a:effectLst/>
              <a:uFillTx/>
              <a:latin typeface="Lucida Sans Unicode"/>
            </a:endParaRPr>
          </a:p>
        </p:txBody>
      </p:sp>
      <p:sp>
        <p:nvSpPr>
          <p:cNvPr id="166" name="Line 4"/>
          <p:cNvSpPr/>
          <p:nvPr/>
        </p:nvSpPr>
        <p:spPr>
          <a:xfrm>
            <a:off x="380880" y="838080"/>
            <a:ext cx="8381880" cy="360"/>
          </a:xfrm>
          <a:prstGeom prst="line">
            <a:avLst/>
          </a:prstGeom>
          <a:ln w="57150">
            <a:solidFill>
              <a:srgbClr val="2FB0DC"/>
            </a:solidFill>
            <a:round/>
          </a:ln>
        </p:spPr>
        <p:style>
          <a:lnRef idx="0"/>
          <a:fillRef idx="0"/>
          <a:effectRef idx="0"/>
          <a:fontRef idx="minor"/>
        </p:style>
        <p:txBody>
          <a:bodyPr lIns="90000" tIns="-44640" rIns="90000" bIns="-44640" anchor="t">
            <a:noAutofit/>
          </a:bodyPr>
          <a:p>
            <a:endParaRPr lang="en-GB" sz="1800" b="0" u="none" strike="noStrike">
              <a:solidFill>
                <a:schemeClr val="dk1"/>
              </a:solidFill>
              <a:effectLst/>
              <a:uFillTx/>
              <a:latin typeface="Lucida Sans Unicode"/>
            </a:endParaRPr>
          </a:p>
        </p:txBody>
      </p:sp>
      <p:sp>
        <p:nvSpPr>
          <p:cNvPr id="167" name="Rectangle 1"/>
          <p:cNvSpPr/>
          <p:nvPr/>
        </p:nvSpPr>
        <p:spPr>
          <a:xfrm>
            <a:off x="228600" y="3581280"/>
            <a:ext cx="3580920" cy="1199880"/>
          </a:xfrm>
          <a:prstGeom prst="rect">
            <a:avLst/>
          </a:prstGeom>
          <a:noFill/>
          <a:ln w="0">
            <a:noFill/>
          </a:ln>
        </p:spPr>
        <p:style>
          <a:lnRef idx="0"/>
          <a:fillRef idx="0"/>
          <a:effectRef idx="0"/>
          <a:fontRef idx="minor"/>
        </p:style>
        <p:txBody>
          <a:bodyPr lIns="90000" tIns="45000" rIns="90000" bIns="45000" anchor="t">
            <a:spAutoFit/>
          </a:bodyPr>
          <a:p>
            <a:pPr marL="457200" defTabSz="914400">
              <a:lnSpc>
                <a:spcPct val="100000"/>
              </a:lnSpc>
            </a:pPr>
            <a:r>
              <a:rPr lang="en-US" sz="2400" b="0" i="1" u="none" strike="noStrike">
                <a:solidFill>
                  <a:schemeClr val="dk1"/>
                </a:solidFill>
                <a:effectLst/>
                <a:uFillTx/>
                <a:latin typeface="Times New Roman"/>
                <a:ea typeface="MS PGothic"/>
              </a:rPr>
              <a:t>Despite opposite effects on transcription, both are negative regulation</a:t>
            </a:r>
            <a:endParaRPr lang="en-US" sz="2400" b="0" u="none" strike="noStrike">
              <a:solidFill>
                <a:srgbClr val="000000"/>
              </a:solidFill>
              <a:effectLst/>
              <a:uFillTx/>
              <a:latin typeface="Arial"/>
            </a:endParaRPr>
          </a:p>
        </p:txBody>
      </p:sp>
      <p:pic>
        <p:nvPicPr>
          <p:cNvPr id="168" name="Picture 9" descr="Part B:&#10;A four-part diagram illustrating the common patterns of regulation of transcription initiation; parts a and b show negative regulation, and parts c and d show positive regulation. In part a, a mid-sized, narrow rectangular structure is divided into three segments by black lines. Starting from the left, the first segment is short and blue, and labeled DNA. The next segment is longer and purple, and labeled, Promoter. Towards the right end of this segment, an orange egg-like structure is shown with a crack at the top, creating a V; this is labeled Repressor. To the right of the purple segment is a yellow segment that is slightly shorter. Above the line that separates the purple and yellow segments is a short arrow that points up, and then right to bold red letters that say, &quot;OFF.&quot; Below this structure is an arrow pointing down. To its left, a small green diamond shape, labeled Molecular signal, enters the process; this is illustrated by a small arrow that curves into the arrow pointing down. The two arrows point to another mid-sized, narrow rectangular structure, this time, divided into five segments: a short blue one on the left, followed by a longer light purple one, followed by a significantly shorter, darker purple segment, a tiny light purple, and the yellow at the end. The darker purple segment is labeled, Operator, and above the line that separates the tiny light purple and yellow segments is a short arrow that points up, and then right to bold green letters that say, &quot;ON.&quot; Below the yellow segment, a short arrow points down to a wavy green line, labeled mRNA. To the left of that is the orange egg-like structure described earlier; however, this time, the V-shaped crack on top is filled with the green molecular signal. Text above this entire schematic reads, “Negative regulation – Molecular signal causes dissociation of repressor from DNA, inducing transcription.” To the right of this is part b, which starts out with the same structure described in the second half of part a, except this time, the orange egg with the molecular signal is no longer below. Instead, there’s an arrow pointing down, and to the left, a red molecular signal curves into the arrow; to the right, the repressor described at the beginning is shown entering the process. Below the arrow pointing down is the same structure described at the beginning of image a, but this time, the red molecular signal is lodged at the top of the orange structure where the crack is located. The entire schematic reads, “Negative regulation – Molecular signal causes binding of repressor to DNA, inhibiting transcription.” In part c, the same narrow rectangular structure is shown, but this time, it is divided into four segments. Starting from the left is a short, light blue segment, followed by a dark blue segment of the same length, labeled as the activator binding site, followed by a longer purple segment, followed by a yellow segment the length of the blue segments. Above the dark blue segment is a light green ovular structure with an indentation at the top; this is labeled as the activator. To the right of the activator, a purple globular mass, labeled as RNA polymerase, rests on top of the purple segment. Above the line that separates the purple and yellow segments is a short arrow that points up, and then right to bold green letters that say, &quot;ON.&quot; Below the yellow segment is a short arrow pointing down to a green wavy line, labeled as mRNA. Below this structure is an arrow pointing down. To its left, another arrow curves into it, indicating the introduction of the red, diamond-shaped molecular signal into the process. Below the two arrows is the same rectangular structure just described, but this time, the activator is below the rectangular line, and the red molecular signal is bound to the top of the activator. Also, the arrow that separates the purple and yellow segments points right to bold red letters that say, &quot;OFF.&quot; This schematic reads, “Positive regulation – Molecular signal causes dissociation of activator from DNA, inhibiting transcription.” In part d, the same structure described at the end of part c is shown. Below it is an arrow that points down. To its left, a green, diamond-shaped molecular signal is shown entering the process by way of a short arrow that curves into the arrow pointing down. To its right, the light-green activator is shown entering the process by way of an arrow curving into the arrow pointing down. Below these arrows is a similar structure as the one described at the beginning of part c, but this time, the green molecular signal is lodged into the crack at the top of the activator, which sits on top of the dark blue segment. Everything else is the same as the first structure in part c. This entire schematic reads, “Positive regulation – Molecular signal causes binding of activator to DNA, inducing transcription.”&#10;"/>
          <p:cNvPicPr/>
          <p:nvPr/>
        </p:nvPicPr>
        <p:blipFill>
          <a:blip r:embed="rId2"/>
          <a:stretch/>
        </p:blipFill>
        <p:spPr>
          <a:xfrm>
            <a:off x="6781680" y="3006720"/>
            <a:ext cx="2228400" cy="36684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658800" y="495720"/>
            <a:ext cx="7826760" cy="637200"/>
          </a:xfrm>
          <a:prstGeom prst="rect">
            <a:avLst/>
          </a:prstGeom>
          <a:noFill/>
          <a:ln w="0">
            <a:noFill/>
          </a:ln>
        </p:spPr>
        <p:txBody>
          <a:bodyPr lIns="0" tIns="12240" rIns="0" bIns="0" anchor="ctr">
            <a:spAutoFit/>
          </a:bodyPr>
          <a:p>
            <a:pPr marL="12600" indent="0" algn="l">
              <a:lnSpc>
                <a:spcPct val="100000"/>
              </a:lnSpc>
              <a:spcBef>
                <a:spcPts val="96"/>
              </a:spcBef>
              <a:buNone/>
            </a:pPr>
            <a:r>
              <a:rPr lang="en-US" sz="4000" b="1" u="none" spc="-309" strike="noStrike">
                <a:solidFill>
                  <a:srgbClr val="000000"/>
                </a:solidFill>
                <a:effectLst/>
                <a:uFillTx/>
                <a:latin typeface="Lucida Sans Unicode"/>
              </a:rPr>
              <a:t>Type </a:t>
            </a:r>
            <a:r>
              <a:rPr lang="en-US" sz="4000" b="1" u="none" spc="-11" strike="noStrike">
                <a:solidFill>
                  <a:srgbClr val="000000"/>
                </a:solidFill>
                <a:effectLst/>
                <a:uFillTx/>
                <a:latin typeface="Lucida Sans Unicode"/>
              </a:rPr>
              <a:t>of </a:t>
            </a:r>
            <a:r>
              <a:rPr lang="en-US" sz="4000" b="1" u="none" spc="-244" strike="noStrike">
                <a:solidFill>
                  <a:srgbClr val="000000"/>
                </a:solidFill>
                <a:effectLst/>
                <a:uFillTx/>
                <a:latin typeface="Lucida Sans Unicode"/>
              </a:rPr>
              <a:t>genes: </a:t>
            </a:r>
            <a:r>
              <a:rPr lang="en-US" sz="4000" b="1" u="none" spc="-249" strike="noStrike">
                <a:solidFill>
                  <a:srgbClr val="000000"/>
                </a:solidFill>
                <a:effectLst/>
                <a:uFillTx/>
                <a:latin typeface="Lucida Sans Unicode"/>
              </a:rPr>
              <a:t>based </a:t>
            </a:r>
            <a:r>
              <a:rPr lang="en-US" sz="4000" b="1" u="none" spc="-125" strike="noStrike">
                <a:solidFill>
                  <a:srgbClr val="000000"/>
                </a:solidFill>
                <a:effectLst/>
                <a:uFillTx/>
                <a:latin typeface="Lucida Sans Unicode"/>
              </a:rPr>
              <a:t>on </a:t>
            </a:r>
            <a:r>
              <a:rPr lang="en-US" sz="4000" b="1" u="none" spc="-45" strike="noStrike">
                <a:solidFill>
                  <a:srgbClr val="000000"/>
                </a:solidFill>
                <a:effectLst/>
                <a:uFillTx/>
                <a:latin typeface="Lucida Sans Unicode"/>
              </a:rPr>
              <a:t>the</a:t>
            </a:r>
            <a:r>
              <a:rPr lang="en-US" sz="4000" b="1" u="none" spc="-374" strike="noStrike">
                <a:solidFill>
                  <a:srgbClr val="000000"/>
                </a:solidFill>
                <a:effectLst/>
                <a:uFillTx/>
                <a:latin typeface="Lucida Sans Unicode"/>
              </a:rPr>
              <a:t> </a:t>
            </a:r>
            <a:r>
              <a:rPr lang="en-US" sz="4000" b="1" u="none" spc="-99" strike="noStrike">
                <a:solidFill>
                  <a:srgbClr val="000000"/>
                </a:solidFill>
                <a:effectLst/>
                <a:uFillTx/>
                <a:latin typeface="Lucida Sans Unicode"/>
              </a:rPr>
              <a:t>functions</a:t>
            </a:r>
            <a:endParaRPr lang="en-US" sz="4000" b="1" u="none" strike="noStrike">
              <a:solidFill>
                <a:schemeClr val="dk2"/>
              </a:solidFill>
              <a:effectLst/>
              <a:uFillTx/>
              <a:latin typeface="Lucida Sans Unicode"/>
            </a:endParaRPr>
          </a:p>
        </p:txBody>
      </p:sp>
      <p:sp>
        <p:nvSpPr>
          <p:cNvPr id="170" name="object 3"/>
          <p:cNvSpPr/>
          <p:nvPr/>
        </p:nvSpPr>
        <p:spPr>
          <a:xfrm>
            <a:off x="536040" y="1509840"/>
            <a:ext cx="3789360" cy="1782000"/>
          </a:xfrm>
          <a:prstGeom prst="rect">
            <a:avLst/>
          </a:prstGeom>
          <a:noFill/>
          <a:ln w="0">
            <a:noFill/>
          </a:ln>
        </p:spPr>
        <p:style>
          <a:lnRef idx="0"/>
          <a:fillRef idx="0"/>
          <a:effectRef idx="0"/>
          <a:fontRef idx="minor"/>
        </p:style>
        <p:txBody>
          <a:bodyPr lIns="0" tIns="110520" rIns="0" bIns="0" anchor="t">
            <a:spAutoFit/>
          </a:bodyPr>
          <a:p>
            <a:pPr marL="375840" indent="-363240" defTabSz="914400">
              <a:lnSpc>
                <a:spcPct val="100000"/>
              </a:lnSpc>
              <a:spcBef>
                <a:spcPts val="870"/>
              </a:spcBef>
              <a:buClr>
                <a:srgbClr val="000000"/>
              </a:buClr>
              <a:buSzPct val="97000"/>
              <a:buFont typeface="Wingdings" charset="2"/>
              <a:buChar char=""/>
              <a:tabLst>
                <a:tab pos="376560" algn="l"/>
              </a:tabLst>
            </a:pPr>
            <a:r>
              <a:rPr lang="en-US" sz="3200" b="0" u="none" spc="-224" strike="noStrike">
                <a:solidFill>
                  <a:schemeClr val="dk1"/>
                </a:solidFill>
                <a:effectLst/>
                <a:uFillTx/>
                <a:latin typeface="Arial"/>
              </a:rPr>
              <a:t>Two</a:t>
            </a:r>
            <a:r>
              <a:rPr lang="en-US" sz="3200" b="0" u="none" spc="-184" strike="noStrike">
                <a:solidFill>
                  <a:schemeClr val="dk1"/>
                </a:solidFill>
                <a:effectLst/>
                <a:uFillTx/>
                <a:latin typeface="Arial"/>
              </a:rPr>
              <a:t> </a:t>
            </a:r>
            <a:r>
              <a:rPr lang="en-US" sz="3200" b="0" u="none" spc="-113" strike="noStrike">
                <a:solidFill>
                  <a:schemeClr val="dk1"/>
                </a:solidFill>
                <a:effectLst/>
                <a:uFillTx/>
                <a:latin typeface="Arial"/>
              </a:rPr>
              <a:t>types-</a:t>
            </a:r>
            <a:endParaRPr lang="en-US" sz="3200" b="0" u="none" strike="noStrike">
              <a:solidFill>
                <a:srgbClr val="000000"/>
              </a:solidFill>
              <a:effectLst/>
              <a:uFillTx/>
              <a:latin typeface="Arial"/>
            </a:endParaRPr>
          </a:p>
          <a:p>
            <a:pPr marL="527760" indent="-515160" defTabSz="914400">
              <a:lnSpc>
                <a:spcPct val="100000"/>
              </a:lnSpc>
              <a:spcBef>
                <a:spcPts val="771"/>
              </a:spcBef>
              <a:buClr>
                <a:srgbClr val="000000"/>
              </a:buClr>
              <a:buFont typeface="Wingdings" charset="2"/>
              <a:buAutoNum type="arabicPeriod"/>
              <a:tabLst>
                <a:tab pos="527760" algn="l"/>
                <a:tab pos="528480" algn="l"/>
              </a:tabLst>
            </a:pPr>
            <a:r>
              <a:rPr lang="en-US" sz="3200" b="0" u="none" spc="-99" strike="noStrike">
                <a:solidFill>
                  <a:schemeClr val="dk1"/>
                </a:solidFill>
                <a:effectLst/>
                <a:uFillTx/>
                <a:latin typeface="Arial"/>
              </a:rPr>
              <a:t>Inducible </a:t>
            </a:r>
            <a:r>
              <a:rPr lang="en-US" sz="3200" b="0" u="none" spc="-224" strike="noStrike">
                <a:solidFill>
                  <a:schemeClr val="dk1"/>
                </a:solidFill>
                <a:effectLst/>
                <a:uFillTx/>
                <a:latin typeface="Arial"/>
              </a:rPr>
              <a:t>genes</a:t>
            </a:r>
            <a:r>
              <a:rPr lang="en-US" sz="3200" b="0" u="none" spc="-235" strike="noStrike">
                <a:solidFill>
                  <a:schemeClr val="dk1"/>
                </a:solidFill>
                <a:effectLst/>
                <a:uFillTx/>
                <a:latin typeface="Arial"/>
              </a:rPr>
              <a:t> </a:t>
            </a:r>
            <a:r>
              <a:rPr lang="en-US" sz="3200" b="0" u="none" spc="51" strike="noStrike">
                <a:solidFill>
                  <a:schemeClr val="dk1"/>
                </a:solidFill>
                <a:effectLst/>
                <a:uFillTx/>
                <a:latin typeface="Arial"/>
              </a:rPr>
              <a:t>&amp;</a:t>
            </a:r>
            <a:endParaRPr lang="en-US" sz="3200" b="0" u="none" strike="noStrike">
              <a:solidFill>
                <a:srgbClr val="000000"/>
              </a:solidFill>
              <a:effectLst/>
              <a:uFillTx/>
              <a:latin typeface="Arial"/>
            </a:endParaRPr>
          </a:p>
          <a:p>
            <a:pPr marL="619200" indent="-606600" defTabSz="914400">
              <a:lnSpc>
                <a:spcPct val="100000"/>
              </a:lnSpc>
              <a:spcBef>
                <a:spcPts val="771"/>
              </a:spcBef>
              <a:buClr>
                <a:srgbClr val="000000"/>
              </a:buClr>
              <a:buFont typeface="Wingdings" charset="2"/>
              <a:buAutoNum type="arabicPeriod"/>
              <a:tabLst>
                <a:tab pos="619200" algn="l"/>
                <a:tab pos="619920" algn="l"/>
              </a:tabLst>
            </a:pPr>
            <a:r>
              <a:rPr lang="en-US" sz="3200" b="0" u="none" spc="-96" strike="noStrike">
                <a:solidFill>
                  <a:schemeClr val="dk1"/>
                </a:solidFill>
                <a:effectLst/>
                <a:uFillTx/>
                <a:latin typeface="Arial"/>
              </a:rPr>
              <a:t>Constitutive</a:t>
            </a:r>
            <a:r>
              <a:rPr lang="en-US" sz="3200" b="0" u="none" spc="-150" strike="noStrike">
                <a:solidFill>
                  <a:schemeClr val="dk1"/>
                </a:solidFill>
                <a:effectLst/>
                <a:uFillTx/>
                <a:latin typeface="Arial"/>
              </a:rPr>
              <a:t> </a:t>
            </a:r>
            <a:r>
              <a:rPr lang="en-US" sz="3200" b="0" u="none" spc="-201" strike="noStrike">
                <a:solidFill>
                  <a:schemeClr val="dk1"/>
                </a:solidFill>
                <a:effectLst/>
                <a:uFillTx/>
                <a:latin typeface="Arial"/>
              </a:rPr>
              <a:t>genes.</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383400" y="444960"/>
            <a:ext cx="6852240" cy="637560"/>
          </a:xfrm>
          <a:prstGeom prst="rect">
            <a:avLst/>
          </a:prstGeom>
          <a:noFill/>
          <a:ln w="0">
            <a:noFill/>
          </a:ln>
        </p:spPr>
        <p:txBody>
          <a:bodyPr lIns="0" tIns="12600" rIns="0" bIns="0" anchor="ctr">
            <a:spAutoFit/>
          </a:bodyPr>
          <a:p>
            <a:pPr marL="12600" indent="0" algn="l">
              <a:lnSpc>
                <a:spcPct val="100000"/>
              </a:lnSpc>
              <a:spcBef>
                <a:spcPts val="99"/>
              </a:spcBef>
              <a:buNone/>
            </a:pPr>
            <a:r>
              <a:rPr lang="en-US" sz="3600" b="1" u="none" strike="noStrike">
                <a:solidFill>
                  <a:schemeClr val="dk2"/>
                </a:solidFill>
                <a:effectLst/>
                <a:uFillTx/>
                <a:latin typeface="Times New Roman"/>
              </a:rPr>
              <a:t>1. Inducible</a:t>
            </a:r>
            <a:r>
              <a:rPr lang="en-US" sz="3600" b="1" u="none" spc="-99" strike="noStrike">
                <a:solidFill>
                  <a:schemeClr val="dk2"/>
                </a:solidFill>
                <a:effectLst/>
                <a:uFillTx/>
                <a:latin typeface="Times New Roman"/>
              </a:rPr>
              <a:t> </a:t>
            </a:r>
            <a:r>
              <a:rPr lang="en-US" sz="3600" b="1" u="none" strike="noStrike">
                <a:solidFill>
                  <a:schemeClr val="dk2"/>
                </a:solidFill>
                <a:effectLst/>
                <a:uFillTx/>
                <a:latin typeface="Times New Roman"/>
              </a:rPr>
              <a:t>genes:-</a:t>
            </a:r>
            <a:endParaRPr lang="en-US" sz="3600" b="1" u="none" strike="noStrike">
              <a:solidFill>
                <a:schemeClr val="dk2"/>
              </a:solidFill>
              <a:effectLst/>
              <a:uFillTx/>
              <a:latin typeface="Lucida Sans Unicode"/>
            </a:endParaRPr>
          </a:p>
        </p:txBody>
      </p:sp>
      <p:sp>
        <p:nvSpPr>
          <p:cNvPr id="172" name="object 3"/>
          <p:cNvSpPr/>
          <p:nvPr/>
        </p:nvSpPr>
        <p:spPr>
          <a:xfrm>
            <a:off x="383400" y="1122840"/>
            <a:ext cx="8264880" cy="4952880"/>
          </a:xfrm>
          <a:prstGeom prst="rect">
            <a:avLst/>
          </a:prstGeom>
          <a:noFill/>
          <a:ln w="0">
            <a:noFill/>
          </a:ln>
        </p:spPr>
        <p:style>
          <a:lnRef idx="0"/>
          <a:fillRef idx="0"/>
          <a:effectRef idx="0"/>
          <a:fontRef idx="minor"/>
        </p:style>
        <p:txBody>
          <a:bodyPr lIns="0" tIns="13320" rIns="0" bIns="0" anchor="t">
            <a:spAutoFit/>
          </a:bodyPr>
          <a:p>
            <a:pPr marL="355680" indent="-343080" defTabSz="914400">
              <a:lnSpc>
                <a:spcPct val="100000"/>
              </a:lnSpc>
              <a:spcBef>
                <a:spcPts val="105"/>
              </a:spcBef>
              <a:buClr>
                <a:srgbClr val="000000"/>
              </a:buClr>
              <a:buFont typeface="Wingdings" charset="2"/>
              <a:buChar char=""/>
              <a:tabLst>
                <a:tab pos="355680" algn="l"/>
              </a:tabLst>
            </a:pPr>
            <a:r>
              <a:rPr lang="en-US" sz="3200" b="0" u="none" strike="noStrike">
                <a:solidFill>
                  <a:schemeClr val="dk1"/>
                </a:solidFill>
                <a:effectLst/>
                <a:uFillTx/>
                <a:latin typeface="Times New Roman"/>
              </a:rPr>
              <a:t>The expression of the inducible gene increased  in response to an</a:t>
            </a:r>
            <a:r>
              <a:rPr lang="en-US" sz="3200" b="0" u="none" spc="-20" strike="noStrike">
                <a:solidFill>
                  <a:schemeClr val="dk1"/>
                </a:solidFill>
                <a:effectLst/>
                <a:uFillTx/>
                <a:latin typeface="Times New Roman"/>
              </a:rPr>
              <a:t> inducer.</a:t>
            </a:r>
            <a:endParaRPr lang="en-US" sz="3200" b="0" u="none" strike="noStrike">
              <a:solidFill>
                <a:srgbClr val="000000"/>
              </a:solidFill>
              <a:effectLst/>
              <a:uFillTx/>
              <a:latin typeface="Arial"/>
            </a:endParaRPr>
          </a:p>
          <a:p>
            <a:pPr marL="355680" indent="-343080" defTabSz="914400">
              <a:lnSpc>
                <a:spcPct val="100000"/>
              </a:lnSpc>
              <a:spcBef>
                <a:spcPts val="771"/>
              </a:spcBef>
              <a:buClr>
                <a:srgbClr val="000000"/>
              </a:buClr>
              <a:buFont typeface="Wingdings" charset="2"/>
              <a:buChar char=""/>
              <a:tabLst>
                <a:tab pos="355680" algn="l"/>
              </a:tabLst>
            </a:pPr>
            <a:r>
              <a:rPr lang="en-US" sz="3200" b="0" u="none" strike="noStrike">
                <a:solidFill>
                  <a:schemeClr val="dk1"/>
                </a:solidFill>
                <a:effectLst/>
                <a:uFillTx/>
                <a:latin typeface="Times New Roman"/>
              </a:rPr>
              <a:t>Inducers are small</a:t>
            </a:r>
            <a:r>
              <a:rPr lang="en-US" sz="3200" b="0" u="none" spc="-34" strike="noStrike">
                <a:solidFill>
                  <a:schemeClr val="dk1"/>
                </a:solidFill>
                <a:effectLst/>
                <a:uFillTx/>
                <a:latin typeface="Times New Roman"/>
              </a:rPr>
              <a:t> </a:t>
            </a:r>
            <a:r>
              <a:rPr lang="en-US" sz="3200" b="0" u="none" strike="noStrike">
                <a:solidFill>
                  <a:schemeClr val="dk1"/>
                </a:solidFill>
                <a:effectLst/>
                <a:uFillTx/>
                <a:latin typeface="Times New Roman"/>
              </a:rPr>
              <a:t>molecules.</a:t>
            </a:r>
            <a:endParaRPr lang="en-US" sz="3200" b="0" u="none" strike="noStrike">
              <a:solidFill>
                <a:srgbClr val="000000"/>
              </a:solidFill>
              <a:effectLst/>
              <a:uFillTx/>
              <a:latin typeface="Arial"/>
            </a:endParaRPr>
          </a:p>
          <a:p>
            <a:pPr marL="355680" indent="-343080" defTabSz="914400">
              <a:lnSpc>
                <a:spcPct val="100000"/>
              </a:lnSpc>
              <a:spcBef>
                <a:spcPts val="765"/>
              </a:spcBef>
              <a:buClr>
                <a:srgbClr val="000000"/>
              </a:buClr>
              <a:buFont typeface="Wingdings" charset="2"/>
              <a:buChar char=""/>
              <a:tabLst>
                <a:tab pos="355680" algn="l"/>
              </a:tabLst>
            </a:pPr>
            <a:r>
              <a:rPr lang="en-US" sz="3200" b="0" u="none" strike="noStrike">
                <a:solidFill>
                  <a:schemeClr val="dk1"/>
                </a:solidFill>
                <a:effectLst/>
                <a:uFillTx/>
                <a:latin typeface="Times New Roman"/>
              </a:rPr>
              <a:t>Some proteins </a:t>
            </a:r>
            <a:r>
              <a:rPr lang="en-US" sz="3200" b="0" u="none" spc="6" strike="noStrike">
                <a:solidFill>
                  <a:schemeClr val="dk1"/>
                </a:solidFill>
                <a:effectLst/>
                <a:uFillTx/>
                <a:latin typeface="Times New Roman"/>
              </a:rPr>
              <a:t>produced </a:t>
            </a:r>
            <a:r>
              <a:rPr lang="en-US" sz="3200" b="0" u="none" strike="noStrike">
                <a:solidFill>
                  <a:schemeClr val="dk1"/>
                </a:solidFill>
                <a:effectLst/>
                <a:uFillTx/>
                <a:latin typeface="Times New Roman"/>
              </a:rPr>
              <a:t>by E.coli, </a:t>
            </a:r>
            <a:r>
              <a:rPr lang="en-US" sz="3200" b="0" u="none" strike="noStrike">
                <a:solidFill>
                  <a:srgbClr val="FF0000"/>
                </a:solidFill>
                <a:effectLst/>
                <a:uFillTx/>
                <a:latin typeface="Times New Roman"/>
              </a:rPr>
              <a:t>e.g</a:t>
            </a:r>
            <a:r>
              <a:rPr lang="en-US" sz="3200" b="0" u="none" strike="noStrike">
                <a:solidFill>
                  <a:srgbClr val="006FC0"/>
                </a:solidFill>
                <a:effectLst/>
                <a:uFillTx/>
                <a:latin typeface="Times New Roman"/>
              </a:rPr>
              <a:t>. </a:t>
            </a:r>
            <a:r>
              <a:rPr lang="en-US" sz="2800" b="0" u="none" strike="noStrike">
                <a:solidFill>
                  <a:srgbClr val="006FC0"/>
                </a:solidFill>
                <a:effectLst/>
                <a:uFillTx/>
                <a:latin typeface="Times New Roman"/>
              </a:rPr>
              <a:t>β-  </a:t>
            </a:r>
            <a:r>
              <a:rPr lang="en-US" sz="2800" b="0" u="none" spc="-6" strike="noStrike">
                <a:solidFill>
                  <a:srgbClr val="006FC0"/>
                </a:solidFill>
                <a:effectLst/>
                <a:uFillTx/>
                <a:latin typeface="Times New Roman"/>
              </a:rPr>
              <a:t>galactosidase are said to be inducible because they are  </a:t>
            </a:r>
            <a:r>
              <a:rPr lang="en-US" sz="2800" b="0" u="none" strike="noStrike">
                <a:solidFill>
                  <a:srgbClr val="006FC0"/>
                </a:solidFill>
                <a:effectLst/>
                <a:uFillTx/>
                <a:latin typeface="Times New Roman"/>
              </a:rPr>
              <a:t>only produced </a:t>
            </a:r>
            <a:r>
              <a:rPr lang="en-US" sz="2800" b="0" u="none" spc="-6" strike="noStrike">
                <a:solidFill>
                  <a:srgbClr val="006FC0"/>
                </a:solidFill>
                <a:effectLst/>
                <a:uFillTx/>
                <a:latin typeface="Times New Roman"/>
              </a:rPr>
              <a:t>in </a:t>
            </a:r>
            <a:r>
              <a:rPr lang="en-US" sz="2800" b="0" u="none" strike="noStrike">
                <a:solidFill>
                  <a:srgbClr val="006FC0"/>
                </a:solidFill>
                <a:effectLst/>
                <a:uFillTx/>
                <a:latin typeface="Times New Roman"/>
              </a:rPr>
              <a:t>significant </a:t>
            </a:r>
            <a:r>
              <a:rPr lang="en-US" sz="2800" b="0" u="none" spc="-6" strike="noStrike">
                <a:solidFill>
                  <a:srgbClr val="006FC0"/>
                </a:solidFill>
                <a:effectLst/>
                <a:uFillTx/>
                <a:latin typeface="Times New Roman"/>
              </a:rPr>
              <a:t>amounts when a specific  </a:t>
            </a:r>
            <a:r>
              <a:rPr lang="en-US" sz="2800" b="0" u="none" strike="noStrike">
                <a:solidFill>
                  <a:srgbClr val="006FC0"/>
                </a:solidFill>
                <a:effectLst/>
                <a:uFillTx/>
                <a:latin typeface="Times New Roman"/>
              </a:rPr>
              <a:t>inducer </a:t>
            </a:r>
            <a:r>
              <a:rPr lang="en-US" sz="2800" b="0" u="none" spc="-6" strike="noStrike">
                <a:solidFill>
                  <a:srgbClr val="006FC0"/>
                </a:solidFill>
                <a:effectLst/>
                <a:uFillTx/>
                <a:latin typeface="Times New Roman"/>
              </a:rPr>
              <a:t>“Lactose” is</a:t>
            </a:r>
            <a:r>
              <a:rPr lang="en-US" sz="2800" b="0" u="none" spc="-20" strike="noStrike">
                <a:solidFill>
                  <a:srgbClr val="006FC0"/>
                </a:solidFill>
                <a:effectLst/>
                <a:uFillTx/>
                <a:latin typeface="Times New Roman"/>
              </a:rPr>
              <a:t> </a:t>
            </a:r>
            <a:r>
              <a:rPr lang="en-US" sz="2800" b="0" u="none" spc="-6" strike="noStrike">
                <a:solidFill>
                  <a:srgbClr val="006FC0"/>
                </a:solidFill>
                <a:effectLst/>
                <a:uFillTx/>
                <a:latin typeface="Times New Roman"/>
              </a:rPr>
              <a:t>present.</a:t>
            </a:r>
            <a:endParaRPr lang="en-US" sz="2800" b="0" u="none" strike="noStrike">
              <a:solidFill>
                <a:srgbClr val="000000"/>
              </a:solidFill>
              <a:effectLst/>
              <a:uFillTx/>
              <a:latin typeface="Arial"/>
            </a:endParaRPr>
          </a:p>
          <a:p>
            <a:pPr marL="355680" indent="-343080" defTabSz="914400">
              <a:lnSpc>
                <a:spcPct val="100000"/>
              </a:lnSpc>
              <a:spcBef>
                <a:spcPts val="680"/>
              </a:spcBef>
              <a:buClr>
                <a:srgbClr val="6F2F9F"/>
              </a:buClr>
              <a:buFont typeface="Wingdings" charset="2"/>
              <a:buChar char=""/>
              <a:tabLst>
                <a:tab pos="355680" algn="l"/>
              </a:tabLst>
            </a:pPr>
            <a:r>
              <a:rPr lang="en-US" sz="2800" b="0" u="none" spc="-11" strike="noStrike">
                <a:solidFill>
                  <a:srgbClr val="6F2F9F"/>
                </a:solidFill>
                <a:effectLst/>
                <a:uFillTx/>
                <a:latin typeface="Times New Roman"/>
              </a:rPr>
              <a:t>Tryptophan </a:t>
            </a:r>
            <a:r>
              <a:rPr lang="en-US" sz="2800" b="0" u="none" strike="noStrike">
                <a:solidFill>
                  <a:srgbClr val="6F2F9F"/>
                </a:solidFill>
                <a:effectLst/>
                <a:uFillTx/>
                <a:latin typeface="Times New Roman"/>
              </a:rPr>
              <a:t>pyrrolase </a:t>
            </a:r>
            <a:r>
              <a:rPr lang="en-US" sz="2800" b="0" u="none" spc="-6" strike="noStrike">
                <a:solidFill>
                  <a:srgbClr val="6F2F9F"/>
                </a:solidFill>
                <a:effectLst/>
                <a:uFillTx/>
                <a:latin typeface="Times New Roman"/>
              </a:rPr>
              <a:t>of </a:t>
            </a:r>
            <a:r>
              <a:rPr lang="en-US" sz="2800" b="0" u="none" strike="noStrike">
                <a:solidFill>
                  <a:srgbClr val="6F2F9F"/>
                </a:solidFill>
                <a:effectLst/>
                <a:uFillTx/>
                <a:latin typeface="Times New Roman"/>
              </a:rPr>
              <a:t>liver </a:t>
            </a:r>
            <a:r>
              <a:rPr lang="en-US" sz="2800" b="0" u="none" spc="-6" strike="noStrike">
                <a:solidFill>
                  <a:srgbClr val="6F2F9F"/>
                </a:solidFill>
                <a:effectLst/>
                <a:uFillTx/>
                <a:latin typeface="Times New Roman"/>
              </a:rPr>
              <a:t>is </a:t>
            </a:r>
            <a:r>
              <a:rPr lang="en-US" sz="2800" b="0" u="none" strike="noStrike">
                <a:solidFill>
                  <a:srgbClr val="6F2F9F"/>
                </a:solidFill>
                <a:effectLst/>
                <a:uFillTx/>
                <a:latin typeface="Times New Roman"/>
              </a:rPr>
              <a:t>induced </a:t>
            </a:r>
            <a:r>
              <a:rPr lang="en-US" sz="2800" b="0" u="none" spc="-6" strike="noStrike">
                <a:solidFill>
                  <a:srgbClr val="6F2F9F"/>
                </a:solidFill>
                <a:effectLst/>
                <a:uFillTx/>
                <a:latin typeface="Times New Roman"/>
              </a:rPr>
              <a:t>by</a:t>
            </a:r>
            <a:r>
              <a:rPr lang="en-US" sz="2800" b="0" u="none" spc="-34" strike="noStrike">
                <a:solidFill>
                  <a:srgbClr val="6F2F9F"/>
                </a:solidFill>
                <a:effectLst/>
                <a:uFillTx/>
                <a:latin typeface="Times New Roman"/>
              </a:rPr>
              <a:t> </a:t>
            </a:r>
            <a:r>
              <a:rPr lang="en-US" sz="2800" b="0" u="none" strike="noStrike">
                <a:solidFill>
                  <a:srgbClr val="6F2F9F"/>
                </a:solidFill>
                <a:effectLst/>
                <a:uFillTx/>
                <a:latin typeface="Times New Roman"/>
              </a:rPr>
              <a:t>tryptophan</a:t>
            </a:r>
            <a:endParaRPr lang="en-US" sz="2800" b="0" u="none" strike="noStrike">
              <a:solidFill>
                <a:srgbClr val="000000"/>
              </a:solidFill>
              <a:effectLst/>
              <a:uFillTx/>
              <a:latin typeface="Arial"/>
            </a:endParaRPr>
          </a:p>
          <a:p>
            <a:pPr marL="355680" indent="-343080" defTabSz="914400">
              <a:lnSpc>
                <a:spcPct val="100000"/>
              </a:lnSpc>
              <a:spcBef>
                <a:spcPts val="680"/>
              </a:spcBef>
              <a:buClr>
                <a:srgbClr val="6F2F9F"/>
              </a:buClr>
              <a:buFont typeface="Wingdings" charset="2"/>
              <a:buChar char=""/>
              <a:tabLst>
                <a:tab pos="355680" algn="l"/>
              </a:tabLst>
            </a:pPr>
            <a:r>
              <a:rPr lang="en-US" sz="2800" b="0" u="none" strike="noStrike">
                <a:solidFill>
                  <a:srgbClr val="6F2F9F"/>
                </a:solidFill>
                <a:effectLst/>
                <a:uFillTx/>
                <a:latin typeface="Times New Roman"/>
              </a:rPr>
              <a:t>Dihydrofolate reductase enzyme in cancer patients with methotrexate.</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536040" y="1053000"/>
            <a:ext cx="6987960" cy="637560"/>
          </a:xfrm>
          <a:prstGeom prst="rect">
            <a:avLst/>
          </a:prstGeom>
          <a:noFill/>
          <a:ln w="0">
            <a:noFill/>
          </a:ln>
        </p:spPr>
        <p:txBody>
          <a:bodyPr lIns="0" tIns="12600" rIns="0" bIns="0" anchor="ctr">
            <a:spAutoFit/>
          </a:bodyPr>
          <a:p>
            <a:pPr marL="12600" indent="0" algn="l">
              <a:lnSpc>
                <a:spcPct val="100000"/>
              </a:lnSpc>
              <a:spcBef>
                <a:spcPts val="99"/>
              </a:spcBef>
              <a:buNone/>
            </a:pPr>
            <a:r>
              <a:rPr lang="en-US" sz="3600" b="1" u="none" strike="noStrike">
                <a:solidFill>
                  <a:schemeClr val="dk2"/>
                </a:solidFill>
                <a:effectLst/>
                <a:uFillTx/>
                <a:latin typeface="Times New Roman"/>
              </a:rPr>
              <a:t>2. </a:t>
            </a:r>
            <a:r>
              <a:rPr lang="en-US" sz="3600" b="1" u="none" spc="-6" strike="noStrike">
                <a:solidFill>
                  <a:schemeClr val="dk2"/>
                </a:solidFill>
                <a:effectLst/>
                <a:uFillTx/>
                <a:latin typeface="Times New Roman"/>
              </a:rPr>
              <a:t>Constitutive</a:t>
            </a:r>
            <a:r>
              <a:rPr lang="en-US" sz="3600" b="1" u="none" spc="-40" strike="noStrike">
                <a:solidFill>
                  <a:schemeClr val="dk2"/>
                </a:solidFill>
                <a:effectLst/>
                <a:uFillTx/>
                <a:latin typeface="Times New Roman"/>
              </a:rPr>
              <a:t> </a:t>
            </a:r>
            <a:r>
              <a:rPr lang="en-US" sz="3600" b="1" u="none" strike="noStrike">
                <a:solidFill>
                  <a:schemeClr val="dk2"/>
                </a:solidFill>
                <a:effectLst/>
                <a:uFillTx/>
                <a:latin typeface="Times New Roman"/>
              </a:rPr>
              <a:t>genes:</a:t>
            </a:r>
            <a:endParaRPr lang="en-US" sz="3600" b="1" u="none" strike="noStrike">
              <a:solidFill>
                <a:schemeClr val="dk2"/>
              </a:solidFill>
              <a:effectLst/>
              <a:uFillTx/>
              <a:latin typeface="Lucida Sans Unicode"/>
            </a:endParaRPr>
          </a:p>
        </p:txBody>
      </p:sp>
      <p:sp>
        <p:nvSpPr>
          <p:cNvPr id="174" name="object 3"/>
          <p:cNvSpPr/>
          <p:nvPr/>
        </p:nvSpPr>
        <p:spPr>
          <a:xfrm>
            <a:off x="536040" y="1733040"/>
            <a:ext cx="8066160" cy="4273200"/>
          </a:xfrm>
          <a:prstGeom prst="rect">
            <a:avLst/>
          </a:prstGeom>
          <a:noFill/>
          <a:ln w="0">
            <a:noFill/>
          </a:ln>
        </p:spPr>
        <p:style>
          <a:lnRef idx="0"/>
          <a:fillRef idx="0"/>
          <a:effectRef idx="0"/>
          <a:fontRef idx="minor"/>
        </p:style>
        <p:txBody>
          <a:bodyPr lIns="0" tIns="13320" rIns="0" bIns="0" anchor="t">
            <a:spAutoFit/>
          </a:bodyPr>
          <a:p>
            <a:pPr marL="355680" indent="-343080" defTabSz="914400">
              <a:lnSpc>
                <a:spcPct val="100000"/>
              </a:lnSpc>
              <a:spcBef>
                <a:spcPts val="105"/>
              </a:spcBef>
              <a:buClr>
                <a:srgbClr val="000000"/>
              </a:buClr>
              <a:buFont typeface="Wingdings" charset="2"/>
              <a:buChar char=""/>
              <a:tabLst>
                <a:tab pos="356400" algn="l"/>
              </a:tabLst>
            </a:pPr>
            <a:r>
              <a:rPr lang="en-US" sz="3200" b="0" u="none" strike="noStrike">
                <a:solidFill>
                  <a:schemeClr val="dk1"/>
                </a:solidFill>
                <a:effectLst/>
                <a:uFillTx/>
                <a:latin typeface="Times New Roman"/>
              </a:rPr>
              <a:t>The constitutive genes are expressed at more  or less constant rate in almost all the cells</a:t>
            </a:r>
            <a:r>
              <a:rPr lang="en-US" sz="3200" b="0" u="none" spc="-91" strike="noStrike">
                <a:solidFill>
                  <a:schemeClr val="dk1"/>
                </a:solidFill>
                <a:effectLst/>
                <a:uFillTx/>
                <a:latin typeface="Times New Roman"/>
              </a:rPr>
              <a:t> </a:t>
            </a:r>
            <a:r>
              <a:rPr lang="en-US" sz="3200" b="0" u="none" strike="noStrike">
                <a:solidFill>
                  <a:schemeClr val="dk1"/>
                </a:solidFill>
                <a:effectLst/>
                <a:uFillTx/>
                <a:latin typeface="Times New Roman"/>
              </a:rPr>
              <a:t>and  they are not subjected to</a:t>
            </a:r>
            <a:r>
              <a:rPr lang="en-US" sz="3200" b="0" u="none" spc="-54" strike="noStrike">
                <a:solidFill>
                  <a:schemeClr val="dk1"/>
                </a:solidFill>
                <a:effectLst/>
                <a:uFillTx/>
                <a:latin typeface="Times New Roman"/>
              </a:rPr>
              <a:t> </a:t>
            </a:r>
            <a:r>
              <a:rPr lang="en-US" sz="3200" b="0" u="none" strike="noStrike">
                <a:solidFill>
                  <a:schemeClr val="dk1"/>
                </a:solidFill>
                <a:effectLst/>
                <a:uFillTx/>
                <a:latin typeface="Times New Roman"/>
              </a:rPr>
              <a:t>regulation.</a:t>
            </a:r>
            <a:endParaRPr lang="en-US" sz="3200" b="0" u="none" strike="noStrike">
              <a:solidFill>
                <a:srgbClr val="000000"/>
              </a:solidFill>
              <a:effectLst/>
              <a:uFillTx/>
              <a:latin typeface="Arial"/>
            </a:endParaRPr>
          </a:p>
          <a:p>
            <a:pPr marL="355680" indent="-343080" defTabSz="914400">
              <a:lnSpc>
                <a:spcPct val="100000"/>
              </a:lnSpc>
              <a:spcBef>
                <a:spcPts val="105"/>
              </a:spcBef>
              <a:buClr>
                <a:srgbClr val="000000"/>
              </a:buClr>
              <a:buFont typeface="Wingdings" charset="2"/>
              <a:buChar char=""/>
              <a:tabLst>
                <a:tab pos="356400" algn="l"/>
              </a:tabLst>
            </a:pPr>
            <a:r>
              <a:rPr lang="en-US" sz="3200" b="0" u="none" strike="noStrike">
                <a:solidFill>
                  <a:schemeClr val="dk1"/>
                </a:solidFill>
                <a:effectLst/>
                <a:uFillTx/>
                <a:latin typeface="Times New Roman"/>
              </a:rPr>
              <a:t>Also known as “House keeping Genes”</a:t>
            </a:r>
            <a:endParaRPr lang="en-US" sz="3200" b="0" u="none" strike="noStrike">
              <a:solidFill>
                <a:srgbClr val="000000"/>
              </a:solidFill>
              <a:effectLst/>
              <a:uFillTx/>
              <a:latin typeface="Arial"/>
            </a:endParaRPr>
          </a:p>
          <a:p>
            <a:pPr marL="355680" indent="-343080" defTabSz="914400">
              <a:lnSpc>
                <a:spcPct val="100000"/>
              </a:lnSpc>
              <a:spcBef>
                <a:spcPts val="771"/>
              </a:spcBef>
              <a:buClr>
                <a:srgbClr val="000000"/>
              </a:buClr>
              <a:buFont typeface="Wingdings" charset="2"/>
              <a:buChar char=""/>
              <a:tabLst>
                <a:tab pos="356400" algn="l"/>
              </a:tabLst>
            </a:pPr>
            <a:r>
              <a:rPr lang="en-US" sz="3200" b="0" u="none" strike="noStrike">
                <a:solidFill>
                  <a:schemeClr val="dk1"/>
                </a:solidFill>
                <a:effectLst/>
                <a:uFillTx/>
                <a:latin typeface="Times New Roman"/>
              </a:rPr>
              <a:t>The products of these genes are required all</a:t>
            </a:r>
            <a:r>
              <a:rPr lang="en-US" sz="3200" b="0" u="none" spc="-113" strike="noStrike">
                <a:solidFill>
                  <a:schemeClr val="dk1"/>
                </a:solidFill>
                <a:effectLst/>
                <a:uFillTx/>
                <a:latin typeface="Times New Roman"/>
              </a:rPr>
              <a:t> </a:t>
            </a:r>
            <a:r>
              <a:rPr lang="en-US" sz="3200" b="0" u="none" spc="-6" strike="noStrike">
                <a:solidFill>
                  <a:schemeClr val="dk1"/>
                </a:solidFill>
                <a:effectLst/>
                <a:uFillTx/>
                <a:latin typeface="Times New Roman"/>
              </a:rPr>
              <a:t>the  </a:t>
            </a:r>
            <a:r>
              <a:rPr lang="en-US" sz="3200" b="0" u="none" strike="noStrike">
                <a:solidFill>
                  <a:schemeClr val="dk1"/>
                </a:solidFill>
                <a:effectLst/>
                <a:uFillTx/>
                <a:latin typeface="Times New Roman"/>
              </a:rPr>
              <a:t>time in</a:t>
            </a:r>
            <a:r>
              <a:rPr lang="en-US" sz="3200" b="0" u="none" spc="-20" strike="noStrike">
                <a:solidFill>
                  <a:schemeClr val="dk1"/>
                </a:solidFill>
                <a:effectLst/>
                <a:uFillTx/>
                <a:latin typeface="Times New Roman"/>
              </a:rPr>
              <a:t> </a:t>
            </a:r>
            <a:r>
              <a:rPr lang="en-US" sz="3200" b="0" u="none" strike="noStrike">
                <a:solidFill>
                  <a:schemeClr val="dk1"/>
                </a:solidFill>
                <a:effectLst/>
                <a:uFillTx/>
                <a:latin typeface="Times New Roman"/>
              </a:rPr>
              <a:t>cells.</a:t>
            </a:r>
            <a:endParaRPr lang="en-US" sz="3200" b="0" u="none" strike="noStrike">
              <a:solidFill>
                <a:srgbClr val="000000"/>
              </a:solidFill>
              <a:effectLst/>
              <a:uFillTx/>
              <a:latin typeface="Arial"/>
            </a:endParaRPr>
          </a:p>
          <a:p>
            <a:pPr marL="355680" indent="-343080" defTabSz="914400">
              <a:lnSpc>
                <a:spcPct val="100000"/>
              </a:lnSpc>
              <a:spcBef>
                <a:spcPts val="765"/>
              </a:spcBef>
              <a:buClr>
                <a:srgbClr val="000000"/>
              </a:buClr>
              <a:buFont typeface="Wingdings" charset="2"/>
              <a:buChar char=""/>
              <a:tabLst>
                <a:tab pos="356400" algn="l"/>
              </a:tabLst>
            </a:pPr>
            <a:r>
              <a:rPr lang="en-US" sz="3200" b="0" u="none" strike="noStrike">
                <a:solidFill>
                  <a:schemeClr val="dk1"/>
                </a:solidFill>
                <a:effectLst/>
                <a:uFillTx/>
                <a:latin typeface="Times New Roman"/>
              </a:rPr>
              <a:t>E.g. </a:t>
            </a:r>
            <a:r>
              <a:rPr lang="en-US" sz="3200" b="1" u="none" strike="noStrike">
                <a:solidFill>
                  <a:schemeClr val="dk1"/>
                </a:solidFill>
                <a:effectLst/>
                <a:uFillTx/>
                <a:latin typeface="Times New Roman"/>
              </a:rPr>
              <a:t>Enzymes of citric acid</a:t>
            </a:r>
            <a:r>
              <a:rPr lang="en-US" sz="3200" b="1" u="none" spc="-85" strike="noStrike">
                <a:solidFill>
                  <a:schemeClr val="dk1"/>
                </a:solidFill>
                <a:effectLst/>
                <a:uFillTx/>
                <a:latin typeface="Times New Roman"/>
              </a:rPr>
              <a:t> </a:t>
            </a:r>
            <a:r>
              <a:rPr lang="en-US" sz="3200" b="1" u="none" strike="noStrike">
                <a:solidFill>
                  <a:schemeClr val="dk1"/>
                </a:solidFill>
                <a:effectLst/>
                <a:uFillTx/>
                <a:latin typeface="Times New Roman"/>
              </a:rPr>
              <a:t>cycle.</a:t>
            </a:r>
            <a:endParaRPr lang="en-US" sz="3200" b="0" u="none" strike="noStrike">
              <a:solidFill>
                <a:srgbClr val="000000"/>
              </a:solidFill>
              <a:effectLst/>
              <a:uFillTx/>
              <a:latin typeface="Arial"/>
            </a:endParaRPr>
          </a:p>
          <a:p>
            <a:pPr marL="355680" indent="-343080" defTabSz="914400">
              <a:lnSpc>
                <a:spcPct val="100000"/>
              </a:lnSpc>
              <a:spcBef>
                <a:spcPts val="765"/>
              </a:spcBef>
              <a:buClr>
                <a:srgbClr val="000000"/>
              </a:buClr>
              <a:buFont typeface="Wingdings" charset="2"/>
              <a:buChar char=""/>
              <a:tabLst>
                <a:tab pos="356400" algn="l"/>
              </a:tabLst>
            </a:pPr>
            <a:r>
              <a:rPr lang="en-US" sz="3200" b="1" u="none" strike="noStrike">
                <a:solidFill>
                  <a:schemeClr val="dk1"/>
                </a:solidFill>
                <a:effectLst/>
                <a:uFillTx/>
                <a:latin typeface="Times New Roman"/>
              </a:rPr>
              <a:t>Enzymes of glycolysis</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p:nvPr>
        </p:nvSpPr>
        <p:spPr>
          <a:xfrm>
            <a:off x="457200" y="1481400"/>
            <a:ext cx="8229240" cy="4525560"/>
          </a:xfrm>
          <a:prstGeom prst="rect">
            <a:avLst/>
          </a:prstGeom>
          <a:noFill/>
          <a:ln w="0">
            <a:noFill/>
          </a:ln>
        </p:spPr>
        <p:txBody>
          <a:bodyPr lIns="90000" tIns="45000" rIns="90000" bIns="45000" anchor="t">
            <a:normAutofit/>
          </a:bodyPr>
          <a:p>
            <a:pPr marL="355680" indent="-343080" algn="l">
              <a:lnSpc>
                <a:spcPct val="100000"/>
              </a:lnSpc>
              <a:spcBef>
                <a:spcPts val="96"/>
              </a:spcBef>
              <a:buClr>
                <a:srgbClr val="2DA2BF"/>
              </a:buClr>
              <a:buSzPct val="68000"/>
              <a:buFont typeface="Wingdings" charset="2"/>
              <a:buChar char=""/>
              <a:tabLst>
                <a:tab pos="356400" algn="l"/>
              </a:tabLst>
            </a:pPr>
            <a:r>
              <a:rPr lang="en-GB" sz="3200" b="0" u="none" spc="-204" strike="noStrike">
                <a:solidFill>
                  <a:schemeClr val="dk1"/>
                </a:solidFill>
                <a:effectLst/>
                <a:uFillTx/>
                <a:latin typeface="Arial"/>
              </a:rPr>
              <a:t>The </a:t>
            </a:r>
            <a:r>
              <a:rPr lang="en-GB" sz="3200" b="0" u="none" spc="-176" strike="noStrike">
                <a:solidFill>
                  <a:schemeClr val="dk1"/>
                </a:solidFill>
                <a:effectLst/>
                <a:uFillTx/>
                <a:latin typeface="Arial"/>
              </a:rPr>
              <a:t>process </a:t>
            </a:r>
            <a:r>
              <a:rPr lang="en-GB" sz="3200" b="0" u="none" spc="-11" strike="noStrike">
                <a:solidFill>
                  <a:schemeClr val="dk1"/>
                </a:solidFill>
                <a:effectLst/>
                <a:uFillTx/>
                <a:latin typeface="Arial"/>
              </a:rPr>
              <a:t>of </a:t>
            </a:r>
            <a:r>
              <a:rPr lang="en-GB" sz="3200" b="0" u="none" spc="-51" strike="noStrike">
                <a:solidFill>
                  <a:schemeClr val="dk1"/>
                </a:solidFill>
                <a:effectLst/>
                <a:uFillTx/>
                <a:latin typeface="Arial"/>
              </a:rPr>
              <a:t>alteration </a:t>
            </a:r>
            <a:r>
              <a:rPr lang="en-GB" sz="3200" b="0" u="none" spc="-11" strike="noStrike">
                <a:solidFill>
                  <a:schemeClr val="dk1"/>
                </a:solidFill>
                <a:effectLst/>
                <a:uFillTx/>
                <a:latin typeface="Arial"/>
              </a:rPr>
              <a:t>of </a:t>
            </a:r>
            <a:r>
              <a:rPr lang="en-GB" sz="3200" b="0" u="none" spc="-176" strike="noStrike">
                <a:solidFill>
                  <a:schemeClr val="dk1"/>
                </a:solidFill>
                <a:effectLst/>
                <a:uFillTx/>
                <a:latin typeface="Arial"/>
              </a:rPr>
              <a:t>gene </a:t>
            </a:r>
            <a:r>
              <a:rPr lang="en-GB" sz="3200" b="0" u="none" spc="-150" strike="noStrike">
                <a:solidFill>
                  <a:schemeClr val="dk1"/>
                </a:solidFill>
                <a:effectLst/>
                <a:uFillTx/>
                <a:latin typeface="Arial"/>
              </a:rPr>
              <a:t>expression </a:t>
            </a:r>
            <a:r>
              <a:rPr lang="en-GB" sz="3200" b="0" u="none" spc="-210" strike="noStrike">
                <a:solidFill>
                  <a:schemeClr val="dk1"/>
                </a:solidFill>
                <a:effectLst/>
                <a:uFillTx/>
                <a:latin typeface="Arial"/>
              </a:rPr>
              <a:t>has </a:t>
            </a:r>
            <a:r>
              <a:rPr lang="en-GB" sz="3200" b="0" u="none" spc="-136" strike="noStrike">
                <a:solidFill>
                  <a:schemeClr val="dk1"/>
                </a:solidFill>
                <a:effectLst/>
                <a:uFillTx/>
                <a:latin typeface="Arial"/>
              </a:rPr>
              <a:t>been  </a:t>
            </a:r>
            <a:r>
              <a:rPr lang="en-GB" sz="3200" b="0" u="none" spc="-91" strike="noStrike">
                <a:solidFill>
                  <a:schemeClr val="dk1"/>
                </a:solidFill>
                <a:effectLst/>
                <a:uFillTx/>
                <a:latin typeface="Arial"/>
              </a:rPr>
              <a:t>studied </a:t>
            </a:r>
            <a:r>
              <a:rPr lang="en-GB" sz="3200" b="0" u="none" spc="-34" strike="noStrike">
                <a:solidFill>
                  <a:schemeClr val="dk1"/>
                </a:solidFill>
                <a:effectLst/>
                <a:uFillTx/>
                <a:latin typeface="Arial"/>
              </a:rPr>
              <a:t>in </a:t>
            </a:r>
            <a:r>
              <a:rPr lang="en-GB" sz="3200" b="0" u="none" spc="-96" strike="noStrike">
                <a:solidFill>
                  <a:schemeClr val="dk1"/>
                </a:solidFill>
                <a:effectLst/>
                <a:uFillTx/>
                <a:latin typeface="Arial"/>
              </a:rPr>
              <a:t>details </a:t>
            </a:r>
            <a:r>
              <a:rPr lang="en-GB" sz="3200" b="0" u="none" spc="-34" strike="noStrike">
                <a:solidFill>
                  <a:schemeClr val="dk1"/>
                </a:solidFill>
                <a:effectLst/>
                <a:uFillTx/>
                <a:latin typeface="Arial"/>
              </a:rPr>
              <a:t>in</a:t>
            </a:r>
            <a:r>
              <a:rPr lang="en-GB" sz="3200" b="0" u="none" spc="-326" strike="noStrike">
                <a:solidFill>
                  <a:schemeClr val="dk1"/>
                </a:solidFill>
                <a:effectLst/>
                <a:uFillTx/>
                <a:latin typeface="Arial"/>
              </a:rPr>
              <a:t> </a:t>
            </a:r>
            <a:r>
              <a:rPr lang="en-GB" sz="3200" b="1" u="none" spc="-105" strike="noStrike">
                <a:solidFill>
                  <a:schemeClr val="dk1"/>
                </a:solidFill>
                <a:effectLst/>
                <a:uFillTx/>
                <a:latin typeface="Arial"/>
              </a:rPr>
              <a:t>prokaryotes.</a:t>
            </a:r>
            <a:endParaRPr lang="en-US" sz="3200" b="0" u="none" strike="noStrike">
              <a:solidFill>
                <a:schemeClr val="dk1"/>
              </a:solidFill>
              <a:effectLst/>
              <a:uFillTx/>
              <a:latin typeface="Lucida Sans Unicode"/>
            </a:endParaRPr>
          </a:p>
          <a:p>
            <a:pPr marL="355680" indent="-343080" algn="l">
              <a:lnSpc>
                <a:spcPct val="100000"/>
              </a:lnSpc>
              <a:spcBef>
                <a:spcPts val="675"/>
              </a:spcBef>
              <a:buClr>
                <a:srgbClr val="2DA2BF"/>
              </a:buClr>
              <a:buSzPct val="68000"/>
              <a:buFont typeface="Wingdings" charset="2"/>
              <a:buChar char=""/>
              <a:tabLst>
                <a:tab pos="356400" algn="l"/>
              </a:tabLst>
            </a:pPr>
            <a:r>
              <a:rPr lang="en-GB" sz="3200" b="0" u="none" spc="40" strike="noStrike">
                <a:solidFill>
                  <a:schemeClr val="dk1"/>
                </a:solidFill>
                <a:effectLst/>
                <a:uFillTx/>
                <a:latin typeface="Arial"/>
              </a:rPr>
              <a:t>It </a:t>
            </a:r>
            <a:r>
              <a:rPr lang="en-GB" sz="3200" b="0" u="none" spc="-113" strike="noStrike">
                <a:solidFill>
                  <a:schemeClr val="dk1"/>
                </a:solidFill>
                <a:effectLst/>
                <a:uFillTx/>
                <a:latin typeface="Arial"/>
              </a:rPr>
              <a:t>generally </a:t>
            </a:r>
            <a:r>
              <a:rPr lang="en-GB" sz="3200" b="0" u="none" spc="-130" strike="noStrike">
                <a:solidFill>
                  <a:schemeClr val="dk1"/>
                </a:solidFill>
                <a:effectLst/>
                <a:uFillTx/>
                <a:latin typeface="Arial"/>
              </a:rPr>
              <a:t>involves </a:t>
            </a:r>
            <a:r>
              <a:rPr lang="en-GB" sz="3200" b="0" u="none" spc="-34" strike="noStrike">
                <a:solidFill>
                  <a:schemeClr val="dk1"/>
                </a:solidFill>
                <a:effectLst/>
                <a:uFillTx/>
                <a:latin typeface="Arial"/>
              </a:rPr>
              <a:t>the </a:t>
            </a:r>
            <a:r>
              <a:rPr lang="en-GB" sz="3200" b="0" u="none" spc="-54" strike="noStrike">
                <a:solidFill>
                  <a:schemeClr val="dk1"/>
                </a:solidFill>
                <a:effectLst/>
                <a:uFillTx/>
                <a:latin typeface="Arial"/>
              </a:rPr>
              <a:t>interaction </a:t>
            </a:r>
            <a:r>
              <a:rPr lang="en-GB" sz="3200" b="0" u="none" spc="-11" strike="noStrike">
                <a:solidFill>
                  <a:schemeClr val="dk1"/>
                </a:solidFill>
                <a:effectLst/>
                <a:uFillTx/>
                <a:latin typeface="Arial"/>
              </a:rPr>
              <a:t>of </a:t>
            </a:r>
            <a:r>
              <a:rPr lang="en-GB" sz="3200" b="0" u="none" spc="-119" strike="noStrike">
                <a:solidFill>
                  <a:schemeClr val="dk1"/>
                </a:solidFill>
                <a:effectLst/>
                <a:uFillTx/>
                <a:latin typeface="Arial"/>
              </a:rPr>
              <a:t>specific </a:t>
            </a:r>
            <a:r>
              <a:rPr lang="en-GB" sz="3200" b="0" u="none" spc="-91" strike="noStrike">
                <a:solidFill>
                  <a:schemeClr val="dk1"/>
                </a:solidFill>
                <a:effectLst/>
                <a:uFillTx/>
                <a:latin typeface="Arial"/>
              </a:rPr>
              <a:t>binding  </a:t>
            </a:r>
            <a:r>
              <a:rPr lang="en-GB" sz="3200" b="0" u="none" spc="-79" strike="noStrike">
                <a:solidFill>
                  <a:schemeClr val="dk1"/>
                </a:solidFill>
                <a:effectLst/>
                <a:uFillTx/>
                <a:latin typeface="Arial"/>
              </a:rPr>
              <a:t>proteins </a:t>
            </a:r>
            <a:r>
              <a:rPr lang="en-GB" sz="3200" b="0" u="none" spc="14" strike="noStrike">
                <a:solidFill>
                  <a:schemeClr val="dk1"/>
                </a:solidFill>
                <a:effectLst/>
                <a:uFillTx/>
                <a:latin typeface="Arial"/>
              </a:rPr>
              <a:t>with </a:t>
            </a:r>
            <a:r>
              <a:rPr lang="en-GB" sz="3200" b="0" u="none" spc="-119" strike="noStrike">
                <a:solidFill>
                  <a:schemeClr val="dk1"/>
                </a:solidFill>
                <a:effectLst/>
                <a:uFillTx/>
                <a:latin typeface="Arial"/>
              </a:rPr>
              <a:t>various </a:t>
            </a:r>
            <a:r>
              <a:rPr lang="en-GB" sz="3200" b="0" u="none" spc="-125" strike="noStrike">
                <a:solidFill>
                  <a:schemeClr val="dk1"/>
                </a:solidFill>
                <a:effectLst/>
                <a:uFillTx/>
                <a:latin typeface="Arial"/>
              </a:rPr>
              <a:t>regions </a:t>
            </a:r>
            <a:r>
              <a:rPr lang="en-GB" sz="3200" b="0" u="none" spc="-11" strike="noStrike">
                <a:solidFill>
                  <a:schemeClr val="dk1"/>
                </a:solidFill>
                <a:effectLst/>
                <a:uFillTx/>
                <a:latin typeface="Arial"/>
              </a:rPr>
              <a:t>of </a:t>
            </a:r>
            <a:r>
              <a:rPr lang="en-GB" sz="3200" b="0" u="none" spc="-261" strike="noStrike">
                <a:solidFill>
                  <a:schemeClr val="dk1"/>
                </a:solidFill>
                <a:effectLst/>
                <a:uFillTx/>
                <a:latin typeface="Arial"/>
              </a:rPr>
              <a:t>DNA </a:t>
            </a:r>
            <a:r>
              <a:rPr lang="en-GB" sz="3200" b="0" u="none" spc="-34" strike="noStrike">
                <a:solidFill>
                  <a:schemeClr val="dk1"/>
                </a:solidFill>
                <a:effectLst/>
                <a:uFillTx/>
                <a:latin typeface="Arial"/>
              </a:rPr>
              <a:t>in the</a:t>
            </a:r>
            <a:r>
              <a:rPr lang="en-GB" sz="3200" b="0" u="none" spc="-471" strike="noStrike">
                <a:solidFill>
                  <a:schemeClr val="dk1"/>
                </a:solidFill>
                <a:effectLst/>
                <a:uFillTx/>
                <a:latin typeface="Arial"/>
              </a:rPr>
              <a:t> </a:t>
            </a:r>
            <a:r>
              <a:rPr lang="en-GB" sz="3200" b="0" u="none" spc="-79" strike="noStrike">
                <a:solidFill>
                  <a:schemeClr val="dk1"/>
                </a:solidFill>
                <a:effectLst/>
                <a:uFillTx/>
                <a:latin typeface="Arial"/>
              </a:rPr>
              <a:t>immediate  </a:t>
            </a:r>
            <a:r>
              <a:rPr lang="en-GB" sz="3200" b="0" u="none" spc="-51" strike="noStrike">
                <a:solidFill>
                  <a:schemeClr val="dk1"/>
                </a:solidFill>
                <a:effectLst/>
                <a:uFillTx/>
                <a:latin typeface="Arial"/>
              </a:rPr>
              <a:t>vicinity </a:t>
            </a:r>
            <a:r>
              <a:rPr lang="en-GB" sz="3200" b="0" u="none" spc="-11" strike="noStrike">
                <a:solidFill>
                  <a:schemeClr val="dk1"/>
                </a:solidFill>
                <a:effectLst/>
                <a:uFillTx/>
                <a:latin typeface="Arial"/>
              </a:rPr>
              <a:t>of </a:t>
            </a:r>
            <a:r>
              <a:rPr lang="en-GB" sz="3200" b="0" u="none" spc="-34" strike="noStrike">
                <a:solidFill>
                  <a:schemeClr val="dk1"/>
                </a:solidFill>
                <a:effectLst/>
                <a:uFillTx/>
                <a:latin typeface="Arial"/>
              </a:rPr>
              <a:t>the </a:t>
            </a:r>
            <a:r>
              <a:rPr lang="en-GB" sz="3200" b="0" u="none" spc="-60" strike="noStrike">
                <a:solidFill>
                  <a:schemeClr val="dk1"/>
                </a:solidFill>
                <a:effectLst/>
                <a:uFillTx/>
                <a:latin typeface="Arial"/>
              </a:rPr>
              <a:t>transcription </a:t>
            </a:r>
            <a:r>
              <a:rPr lang="en-GB" sz="3200" b="0" u="none" spc="-91" strike="noStrike">
                <a:solidFill>
                  <a:schemeClr val="dk1"/>
                </a:solidFill>
                <a:effectLst/>
                <a:uFillTx/>
                <a:latin typeface="Arial"/>
              </a:rPr>
              <a:t>site </a:t>
            </a:r>
            <a:r>
              <a:rPr lang="en-GB" sz="3200" b="0" u="none" spc="-136" strike="noStrike">
                <a:solidFill>
                  <a:schemeClr val="dk1"/>
                </a:solidFill>
                <a:effectLst/>
                <a:uFillTx/>
                <a:latin typeface="Arial"/>
              </a:rPr>
              <a:t>and </a:t>
            </a:r>
            <a:r>
              <a:rPr lang="en-GB" sz="3200" b="0" u="none" spc="-60" strike="noStrike">
                <a:solidFill>
                  <a:schemeClr val="dk1"/>
                </a:solidFill>
                <a:effectLst/>
                <a:uFillTx/>
                <a:latin typeface="Arial"/>
              </a:rPr>
              <a:t>this </a:t>
            </a:r>
            <a:r>
              <a:rPr lang="en-GB" sz="3200" b="0" u="none" spc="-136" strike="noStrike">
                <a:solidFill>
                  <a:schemeClr val="dk1"/>
                </a:solidFill>
                <a:effectLst/>
                <a:uFillTx/>
                <a:latin typeface="Arial"/>
              </a:rPr>
              <a:t>produces  </a:t>
            </a:r>
            <a:r>
              <a:rPr lang="en-GB" sz="3200" b="0" u="none" spc="-34" strike="noStrike">
                <a:solidFill>
                  <a:schemeClr val="dk1"/>
                </a:solidFill>
                <a:effectLst/>
                <a:uFillTx/>
                <a:latin typeface="Arial"/>
              </a:rPr>
              <a:t>either </a:t>
            </a:r>
            <a:r>
              <a:rPr lang="en-GB" sz="3200" b="0" u="none" spc="-221" strike="noStrike">
                <a:solidFill>
                  <a:schemeClr val="dk1"/>
                </a:solidFill>
                <a:effectLst/>
                <a:uFillTx/>
                <a:latin typeface="Arial"/>
              </a:rPr>
              <a:t>a </a:t>
            </a:r>
            <a:r>
              <a:rPr lang="en-GB" sz="3200" b="0" u="none" spc="-85" strike="noStrike">
                <a:solidFill>
                  <a:schemeClr val="dk1"/>
                </a:solidFill>
                <a:effectLst/>
                <a:uFillTx/>
                <a:latin typeface="Arial"/>
              </a:rPr>
              <a:t>positive </a:t>
            </a:r>
            <a:r>
              <a:rPr lang="en-GB" sz="3200" b="0" u="none" spc="-26" strike="noStrike">
                <a:solidFill>
                  <a:schemeClr val="dk1"/>
                </a:solidFill>
                <a:effectLst/>
                <a:uFillTx/>
                <a:latin typeface="Arial"/>
              </a:rPr>
              <a:t>or </a:t>
            </a:r>
            <a:r>
              <a:rPr lang="en-GB" sz="3200" b="0" u="none" spc="-119" strike="noStrike">
                <a:solidFill>
                  <a:schemeClr val="dk1"/>
                </a:solidFill>
                <a:effectLst/>
                <a:uFillTx/>
                <a:latin typeface="Arial"/>
              </a:rPr>
              <a:t>negative </a:t>
            </a:r>
            <a:r>
              <a:rPr lang="en-GB" sz="3200" b="0" u="none" spc="-65" strike="noStrike">
                <a:solidFill>
                  <a:schemeClr val="dk1"/>
                </a:solidFill>
                <a:effectLst/>
                <a:uFillTx/>
                <a:latin typeface="Arial"/>
              </a:rPr>
              <a:t>effect </a:t>
            </a:r>
            <a:r>
              <a:rPr lang="en-GB" sz="3200" b="0" u="none" spc="-91" strike="noStrike">
                <a:solidFill>
                  <a:schemeClr val="dk1"/>
                </a:solidFill>
                <a:effectLst/>
                <a:uFillTx/>
                <a:latin typeface="Arial"/>
              </a:rPr>
              <a:t>on</a:t>
            </a:r>
            <a:r>
              <a:rPr lang="en-GB" sz="3200" b="0" u="none" spc="-465" strike="noStrike">
                <a:solidFill>
                  <a:schemeClr val="dk1"/>
                </a:solidFill>
                <a:effectLst/>
                <a:uFillTx/>
                <a:latin typeface="Arial"/>
              </a:rPr>
              <a:t> </a:t>
            </a:r>
            <a:r>
              <a:rPr lang="en-GB" sz="3200" b="0" u="none" spc="-60" strike="noStrike">
                <a:solidFill>
                  <a:schemeClr val="dk1"/>
                </a:solidFill>
                <a:effectLst/>
                <a:uFillTx/>
                <a:latin typeface="Arial"/>
              </a:rPr>
              <a:t>transcription</a:t>
            </a:r>
            <a:endParaRPr lang="en-US" sz="3200" b="0" u="none" strike="noStrike">
              <a:solidFill>
                <a:schemeClr val="dk1"/>
              </a:solidFill>
              <a:effectLst/>
              <a:uFillTx/>
              <a:latin typeface="Lucida Sans Unicode"/>
            </a:endParaRPr>
          </a:p>
        </p:txBody>
      </p:sp>
      <p:sp>
        <p:nvSpPr>
          <p:cNvPr id="176" name="PlaceHolder 2"/>
          <p:cNvSpPr>
            <a:spLocks noGrp="1"/>
          </p:cNvSpPr>
          <p:nvPr>
            <p:ph type="title"/>
          </p:nvPr>
        </p:nvSpPr>
        <p:spPr>
          <a:xfrm>
            <a:off x="457200" y="274680"/>
            <a:ext cx="8229240" cy="1142640"/>
          </a:xfrm>
          <a:prstGeom prst="rect">
            <a:avLst/>
          </a:prstGeom>
          <a:noFill/>
          <a:ln w="0">
            <a:noFill/>
          </a:ln>
        </p:spPr>
        <p:txBody>
          <a:bodyPr lIns="90000" tIns="45000" rIns="90000" bIns="45000" anchor="ctr">
            <a:noAutofit/>
          </a:bodyPr>
          <a:p>
            <a:pPr indent="0" algn="l">
              <a:lnSpc>
                <a:spcPct val="100000"/>
              </a:lnSpc>
              <a:buNone/>
            </a:pPr>
            <a:r>
              <a:rPr lang="en-US" sz="4100" b="1" u="none" strike="noStrike">
                <a:solidFill>
                  <a:schemeClr val="dk2"/>
                </a:solidFill>
                <a:effectLst/>
                <a:uFillTx/>
                <a:latin typeface="Lucida Sans Unicode"/>
              </a:rPr>
              <a:t>Gene Expression in Prokaryotes</a:t>
            </a:r>
            <a:endParaRPr lang="en-US" sz="4100" b="1" u="none" strike="noStrike">
              <a:solidFill>
                <a:schemeClr val="dk2"/>
              </a:solidFill>
              <a:effectLst/>
              <a:uFillTx/>
              <a:latin typeface="Lucida Sans Unicode"/>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object 2"/>
          <p:cNvSpPr/>
          <p:nvPr/>
        </p:nvSpPr>
        <p:spPr>
          <a:xfrm>
            <a:off x="762840" y="534240"/>
            <a:ext cx="7619760" cy="1168560"/>
          </a:xfrm>
          <a:custGeom>
            <a:avLst/>
            <a:gdLst>
              <a:gd name="textAreaLeft" fmla="*/ 0 w 7619760"/>
              <a:gd name="textAreaRight" fmla="*/ 7620120 w 7619760"/>
              <a:gd name="textAreaTop" fmla="*/ 0 h 1168560"/>
              <a:gd name="textAreaBottom" fmla="*/ 1168920 h 1168560"/>
            </a:gdLst>
            <a:ahLst/>
            <a:cxnLst/>
            <a:rect l="textAreaLeft" t="textAreaTop" r="textAreaRight" b="textAreaBottom"/>
            <a:pathLst>
              <a:path w="7620000" h="1169035">
                <a:moveTo>
                  <a:pt x="7425182" y="0"/>
                </a:moveTo>
                <a:lnTo>
                  <a:pt x="194818" y="0"/>
                </a:lnTo>
                <a:lnTo>
                  <a:pt x="150148" y="5146"/>
                </a:lnTo>
                <a:lnTo>
                  <a:pt x="109142" y="19806"/>
                </a:lnTo>
                <a:lnTo>
                  <a:pt x="72969" y="42807"/>
                </a:lnTo>
                <a:lnTo>
                  <a:pt x="42799" y="72980"/>
                </a:lnTo>
                <a:lnTo>
                  <a:pt x="19801" y="109153"/>
                </a:lnTo>
                <a:lnTo>
                  <a:pt x="5145" y="150156"/>
                </a:lnTo>
                <a:lnTo>
                  <a:pt x="0" y="194817"/>
                </a:lnTo>
                <a:lnTo>
                  <a:pt x="0" y="974089"/>
                </a:lnTo>
                <a:lnTo>
                  <a:pt x="5145" y="1018751"/>
                </a:lnTo>
                <a:lnTo>
                  <a:pt x="19801" y="1059754"/>
                </a:lnTo>
                <a:lnTo>
                  <a:pt x="42799" y="1095927"/>
                </a:lnTo>
                <a:lnTo>
                  <a:pt x="72969" y="1126100"/>
                </a:lnTo>
                <a:lnTo>
                  <a:pt x="109142" y="1149101"/>
                </a:lnTo>
                <a:lnTo>
                  <a:pt x="150148" y="1163761"/>
                </a:lnTo>
                <a:lnTo>
                  <a:pt x="194818" y="1168908"/>
                </a:lnTo>
                <a:lnTo>
                  <a:pt x="7425182" y="1168908"/>
                </a:lnTo>
                <a:lnTo>
                  <a:pt x="7469843" y="1163761"/>
                </a:lnTo>
                <a:lnTo>
                  <a:pt x="7510846" y="1149101"/>
                </a:lnTo>
                <a:lnTo>
                  <a:pt x="7547019" y="1126100"/>
                </a:lnTo>
                <a:lnTo>
                  <a:pt x="7577192" y="1095927"/>
                </a:lnTo>
                <a:lnTo>
                  <a:pt x="7600193" y="1059754"/>
                </a:lnTo>
                <a:lnTo>
                  <a:pt x="7614853" y="1018751"/>
                </a:lnTo>
                <a:lnTo>
                  <a:pt x="7620000" y="974089"/>
                </a:lnTo>
                <a:lnTo>
                  <a:pt x="7620000" y="194817"/>
                </a:lnTo>
                <a:lnTo>
                  <a:pt x="7614853" y="150156"/>
                </a:lnTo>
                <a:lnTo>
                  <a:pt x="7600193" y="109153"/>
                </a:lnTo>
                <a:lnTo>
                  <a:pt x="7577192" y="72980"/>
                </a:lnTo>
                <a:lnTo>
                  <a:pt x="7547019" y="42807"/>
                </a:lnTo>
                <a:lnTo>
                  <a:pt x="7510846" y="19806"/>
                </a:lnTo>
                <a:lnTo>
                  <a:pt x="7469843" y="5146"/>
                </a:lnTo>
                <a:lnTo>
                  <a:pt x="7425182"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78" name="object 3"/>
          <p:cNvSpPr/>
          <p:nvPr/>
        </p:nvSpPr>
        <p:spPr>
          <a:xfrm>
            <a:off x="762840" y="534240"/>
            <a:ext cx="7619760" cy="1168560"/>
          </a:xfrm>
          <a:custGeom>
            <a:avLst/>
            <a:gdLst>
              <a:gd name="textAreaLeft" fmla="*/ 0 w 7619760"/>
              <a:gd name="textAreaRight" fmla="*/ 7620120 w 7619760"/>
              <a:gd name="textAreaTop" fmla="*/ 0 h 1168560"/>
              <a:gd name="textAreaBottom" fmla="*/ 1168920 h 1168560"/>
            </a:gdLst>
            <a:ahLst/>
            <a:cxnLst/>
            <a:rect l="textAreaLeft" t="textAreaTop" r="textAreaRight" b="textAreaBottom"/>
            <a:pathLst>
              <a:path w="7620000" h="1169035">
                <a:moveTo>
                  <a:pt x="0" y="194817"/>
                </a:moveTo>
                <a:lnTo>
                  <a:pt x="5145" y="150156"/>
                </a:lnTo>
                <a:lnTo>
                  <a:pt x="19801" y="109153"/>
                </a:lnTo>
                <a:lnTo>
                  <a:pt x="42799" y="72980"/>
                </a:lnTo>
                <a:lnTo>
                  <a:pt x="72969" y="42807"/>
                </a:lnTo>
                <a:lnTo>
                  <a:pt x="109142" y="19806"/>
                </a:lnTo>
                <a:lnTo>
                  <a:pt x="150148" y="5146"/>
                </a:lnTo>
                <a:lnTo>
                  <a:pt x="194818" y="0"/>
                </a:lnTo>
                <a:lnTo>
                  <a:pt x="7425182" y="0"/>
                </a:lnTo>
                <a:lnTo>
                  <a:pt x="7469843" y="5146"/>
                </a:lnTo>
                <a:lnTo>
                  <a:pt x="7510846" y="19806"/>
                </a:lnTo>
                <a:lnTo>
                  <a:pt x="7547019" y="42807"/>
                </a:lnTo>
                <a:lnTo>
                  <a:pt x="7577192" y="72980"/>
                </a:lnTo>
                <a:lnTo>
                  <a:pt x="7600193" y="109153"/>
                </a:lnTo>
                <a:lnTo>
                  <a:pt x="7614853" y="150156"/>
                </a:lnTo>
                <a:lnTo>
                  <a:pt x="7620000" y="194817"/>
                </a:lnTo>
                <a:lnTo>
                  <a:pt x="7620000" y="974089"/>
                </a:lnTo>
                <a:lnTo>
                  <a:pt x="7614853" y="1018751"/>
                </a:lnTo>
                <a:lnTo>
                  <a:pt x="7600193" y="1059754"/>
                </a:lnTo>
                <a:lnTo>
                  <a:pt x="7577192" y="1095927"/>
                </a:lnTo>
                <a:lnTo>
                  <a:pt x="7547019" y="1126100"/>
                </a:lnTo>
                <a:lnTo>
                  <a:pt x="7510846" y="1149101"/>
                </a:lnTo>
                <a:lnTo>
                  <a:pt x="7469843" y="1163761"/>
                </a:lnTo>
                <a:lnTo>
                  <a:pt x="7425182" y="1168908"/>
                </a:lnTo>
                <a:lnTo>
                  <a:pt x="194818" y="1168908"/>
                </a:lnTo>
                <a:lnTo>
                  <a:pt x="150148" y="1163761"/>
                </a:lnTo>
                <a:lnTo>
                  <a:pt x="109142" y="1149101"/>
                </a:lnTo>
                <a:lnTo>
                  <a:pt x="72969" y="1126100"/>
                </a:lnTo>
                <a:lnTo>
                  <a:pt x="42799" y="1095927"/>
                </a:lnTo>
                <a:lnTo>
                  <a:pt x="19801" y="1059754"/>
                </a:lnTo>
                <a:lnTo>
                  <a:pt x="5145" y="1018751"/>
                </a:lnTo>
                <a:lnTo>
                  <a:pt x="0" y="974089"/>
                </a:lnTo>
                <a:lnTo>
                  <a:pt x="0" y="194817"/>
                </a:lnTo>
                <a:close/>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79" name="PlaceHolder 1"/>
          <p:cNvSpPr>
            <a:spLocks noGrp="1"/>
          </p:cNvSpPr>
          <p:nvPr>
            <p:ph type="title"/>
          </p:nvPr>
        </p:nvSpPr>
        <p:spPr>
          <a:xfrm>
            <a:off x="993600" y="592560"/>
            <a:ext cx="7157520" cy="973440"/>
          </a:xfrm>
          <a:prstGeom prst="rect">
            <a:avLst/>
          </a:prstGeom>
          <a:noFill/>
          <a:ln w="0">
            <a:noFill/>
          </a:ln>
        </p:spPr>
        <p:txBody>
          <a:bodyPr lIns="0" tIns="64080" rIns="0" bIns="0" anchor="ctr">
            <a:spAutoFit/>
          </a:bodyPr>
          <a:p>
            <a:pPr marL="12600" indent="0" algn="l">
              <a:lnSpc>
                <a:spcPts val="3501"/>
              </a:lnSpc>
              <a:spcBef>
                <a:spcPts val="505"/>
              </a:spcBef>
              <a:buNone/>
              <a:tabLst>
                <a:tab pos="946800" algn="l"/>
                <a:tab pos="1497960" algn="l"/>
                <a:tab pos="1937520" algn="l"/>
                <a:tab pos="2850480" algn="l"/>
                <a:tab pos="3310920" algn="l"/>
                <a:tab pos="4651920" algn="l"/>
                <a:tab pos="5473800" algn="l"/>
              </a:tabLst>
            </a:pPr>
            <a:r>
              <a:rPr lang="en-US" sz="3200" b="1" u="none" strike="noStrike">
                <a:solidFill>
                  <a:schemeClr val="lt1"/>
                </a:solidFill>
                <a:effectLst/>
                <a:uFillTx/>
                <a:latin typeface="Lucida Sans Unicode"/>
              </a:rPr>
              <a:t>The</a:t>
            </a:r>
            <a:r>
              <a:rPr lang="en-US" sz="3200" b="1" u="none" strike="noStrike">
                <a:solidFill>
                  <a:schemeClr val="lt1"/>
                </a:solidFill>
                <a:effectLst/>
                <a:uFillTx/>
                <a:latin typeface="Lucida Sans Unicode"/>
              </a:rPr>
              <a:t>	</a:t>
            </a:r>
            <a:r>
              <a:rPr lang="en-US" sz="3200" b="1" i="1" u="none" spc="6" strike="noStrike">
                <a:solidFill>
                  <a:schemeClr val="lt1"/>
                </a:solidFill>
                <a:effectLst/>
                <a:uFillTx/>
                <a:latin typeface="Arial"/>
              </a:rPr>
              <a:t>z</a:t>
            </a:r>
            <a:r>
              <a:rPr lang="en-US" sz="3200" b="1" i="1" u="none" strike="noStrike">
                <a:solidFill>
                  <a:schemeClr val="lt1"/>
                </a:solidFill>
                <a:effectLst/>
                <a:uFillTx/>
                <a:latin typeface="Arial"/>
              </a:rPr>
              <a:t>,</a:t>
            </a:r>
            <a:r>
              <a:rPr lang="en-US" sz="3200" b="1" i="1" u="none" strike="noStrike">
                <a:solidFill>
                  <a:schemeClr val="lt1"/>
                </a:solidFill>
                <a:effectLst/>
                <a:uFillTx/>
                <a:latin typeface="Arial"/>
              </a:rPr>
              <a:t>	</a:t>
            </a:r>
            <a:r>
              <a:rPr lang="en-US" sz="3200" b="1" i="1" u="none" strike="noStrike">
                <a:solidFill>
                  <a:schemeClr val="lt1"/>
                </a:solidFill>
                <a:effectLst/>
                <a:uFillTx/>
                <a:latin typeface="Arial"/>
              </a:rPr>
              <a:t>y</a:t>
            </a:r>
            <a:r>
              <a:rPr lang="en-US" sz="3200" b="1" i="1" u="none" strike="noStrike">
                <a:solidFill>
                  <a:schemeClr val="lt1"/>
                </a:solidFill>
                <a:effectLst/>
                <a:uFillTx/>
                <a:latin typeface="Arial"/>
              </a:rPr>
              <a:t>	</a:t>
            </a:r>
            <a:r>
              <a:rPr lang="en-US" sz="3200" b="1" u="none" spc="-6" strike="noStrike">
                <a:solidFill>
                  <a:schemeClr val="lt1"/>
                </a:solidFill>
                <a:effectLst/>
                <a:uFillTx/>
                <a:latin typeface="Lucida Sans Unicode"/>
              </a:rPr>
              <a:t>an</a:t>
            </a:r>
            <a:r>
              <a:rPr lang="en-US" sz="3200" b="1" u="none" strike="noStrike">
                <a:solidFill>
                  <a:schemeClr val="lt1"/>
                </a:solidFill>
                <a:effectLst/>
                <a:uFillTx/>
                <a:latin typeface="Lucida Sans Unicode"/>
              </a:rPr>
              <a:t>d</a:t>
            </a:r>
            <a:r>
              <a:rPr lang="en-US" sz="3200" b="1" u="none" strike="noStrike">
                <a:solidFill>
                  <a:schemeClr val="lt1"/>
                </a:solidFill>
                <a:effectLst/>
                <a:uFillTx/>
                <a:latin typeface="Lucida Sans Unicode"/>
              </a:rPr>
              <a:t>	</a:t>
            </a:r>
            <a:r>
              <a:rPr lang="en-US" sz="3200" b="1" i="1" u="none" strike="noStrike">
                <a:solidFill>
                  <a:schemeClr val="lt1"/>
                </a:solidFill>
                <a:effectLst/>
                <a:uFillTx/>
                <a:latin typeface="Arial"/>
              </a:rPr>
              <a:t>a</a:t>
            </a:r>
            <a:r>
              <a:rPr lang="en-US" sz="3200" b="1" i="1" u="none" strike="noStrike">
                <a:solidFill>
                  <a:schemeClr val="lt1"/>
                </a:solidFill>
                <a:effectLst/>
                <a:uFillTx/>
                <a:latin typeface="Arial"/>
              </a:rPr>
              <a:t>	</a:t>
            </a:r>
            <a:r>
              <a:rPr lang="en-US" sz="3200" b="1" u="none" spc="-11" strike="noStrike">
                <a:solidFill>
                  <a:schemeClr val="lt1"/>
                </a:solidFill>
                <a:effectLst/>
                <a:uFillTx/>
                <a:latin typeface="Lucida Sans Unicode"/>
              </a:rPr>
              <a:t>gene</a:t>
            </a:r>
            <a:r>
              <a:rPr lang="en-US" sz="3200" b="1" u="none" strike="noStrike">
                <a:solidFill>
                  <a:schemeClr val="lt1"/>
                </a:solidFill>
                <a:effectLst/>
                <a:uFillTx/>
                <a:latin typeface="Lucida Sans Unicode"/>
              </a:rPr>
              <a:t>s</a:t>
            </a:r>
            <a:r>
              <a:rPr lang="en-US" sz="3200" b="1" u="none" strike="noStrike">
                <a:solidFill>
                  <a:schemeClr val="lt1"/>
                </a:solidFill>
                <a:effectLst/>
                <a:uFillTx/>
                <a:latin typeface="Lucida Sans Unicode"/>
              </a:rPr>
              <a:t>	</a:t>
            </a:r>
            <a:r>
              <a:rPr lang="en-US" sz="3200" b="1" u="none" strike="noStrike">
                <a:solidFill>
                  <a:schemeClr val="lt1"/>
                </a:solidFill>
                <a:effectLst/>
                <a:uFillTx/>
                <a:latin typeface="Lucida Sans Unicode"/>
              </a:rPr>
              <a:t>are</a:t>
            </a:r>
            <a:r>
              <a:rPr lang="en-US" sz="3200" b="1" u="none" strike="noStrike">
                <a:solidFill>
                  <a:schemeClr val="lt1"/>
                </a:solidFill>
                <a:effectLst/>
                <a:uFillTx/>
                <a:latin typeface="Lucida Sans Unicode"/>
              </a:rPr>
              <a:t> struct</a:t>
            </a:r>
            <a:r>
              <a:rPr lang="en-US" sz="3200" b="1" u="none" spc="-20" strike="noStrike">
                <a:solidFill>
                  <a:schemeClr val="lt1"/>
                </a:solidFill>
                <a:effectLst/>
                <a:uFillTx/>
                <a:latin typeface="Lucida Sans Unicode"/>
              </a:rPr>
              <a:t>u</a:t>
            </a:r>
            <a:r>
              <a:rPr lang="en-US" sz="3200" b="1" u="none" strike="noStrike">
                <a:solidFill>
                  <a:schemeClr val="lt1"/>
                </a:solidFill>
                <a:effectLst/>
                <a:uFillTx/>
                <a:latin typeface="Lucida Sans Unicode"/>
              </a:rPr>
              <a:t>ral  </a:t>
            </a:r>
            <a:r>
              <a:rPr lang="en-US" sz="3200" b="1" u="none" spc="-6" strike="noStrike">
                <a:solidFill>
                  <a:schemeClr val="lt1"/>
                </a:solidFill>
                <a:effectLst/>
                <a:uFillTx/>
                <a:latin typeface="Lucida Sans Unicode"/>
              </a:rPr>
              <a:t>(protein encoding)</a:t>
            </a:r>
            <a:r>
              <a:rPr lang="en-US" sz="3200" b="1" u="none" spc="-51" strike="noStrike">
                <a:solidFill>
                  <a:schemeClr val="lt1"/>
                </a:solidFill>
                <a:effectLst/>
                <a:uFillTx/>
                <a:latin typeface="Lucida Sans Unicode"/>
              </a:rPr>
              <a:t> </a:t>
            </a:r>
            <a:r>
              <a:rPr lang="en-US" sz="3200" b="1" u="none" spc="-11" strike="noStrike">
                <a:solidFill>
                  <a:schemeClr val="lt1"/>
                </a:solidFill>
                <a:effectLst/>
                <a:uFillTx/>
                <a:latin typeface="Lucida Sans Unicode"/>
              </a:rPr>
              <a:t>genes</a:t>
            </a:r>
            <a:endParaRPr lang="en-US" sz="3200" b="1" u="none" strike="noStrike">
              <a:solidFill>
                <a:schemeClr val="dk2"/>
              </a:solidFill>
              <a:effectLst/>
              <a:uFillTx/>
              <a:latin typeface="Lucida Sans Unicode"/>
            </a:endParaRPr>
          </a:p>
        </p:txBody>
      </p:sp>
      <p:sp>
        <p:nvSpPr>
          <p:cNvPr id="180" name="object 5"/>
          <p:cNvSpPr/>
          <p:nvPr/>
        </p:nvSpPr>
        <p:spPr>
          <a:xfrm>
            <a:off x="1829520" y="5944320"/>
            <a:ext cx="3872520" cy="685440"/>
          </a:xfrm>
          <a:custGeom>
            <a:avLst/>
            <a:gdLst>
              <a:gd name="textAreaLeft" fmla="*/ 0 w 3872520"/>
              <a:gd name="textAreaRight" fmla="*/ 3872880 w 3872520"/>
              <a:gd name="textAreaTop" fmla="*/ 0 h 685440"/>
              <a:gd name="textAreaBottom" fmla="*/ 685800 h 685440"/>
            </a:gdLst>
            <a:ahLst/>
            <a:cxnLst/>
            <a:rect l="textAreaLeft" t="textAreaTop" r="textAreaRight" b="textAreaBottom"/>
            <a:pathLst>
              <a:path w="3872865" h="685800">
                <a:moveTo>
                  <a:pt x="3758184"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3758184" y="685800"/>
                </a:lnTo>
                <a:lnTo>
                  <a:pt x="3802671" y="676816"/>
                </a:lnTo>
                <a:lnTo>
                  <a:pt x="3839003" y="652319"/>
                </a:lnTo>
                <a:lnTo>
                  <a:pt x="3863500" y="615987"/>
                </a:lnTo>
                <a:lnTo>
                  <a:pt x="3872484" y="571500"/>
                </a:lnTo>
                <a:lnTo>
                  <a:pt x="3872484" y="114300"/>
                </a:lnTo>
                <a:lnTo>
                  <a:pt x="3863500" y="69812"/>
                </a:lnTo>
                <a:lnTo>
                  <a:pt x="3839003" y="33480"/>
                </a:lnTo>
                <a:lnTo>
                  <a:pt x="3802671" y="8983"/>
                </a:lnTo>
                <a:lnTo>
                  <a:pt x="3758184"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1" name="object 6"/>
          <p:cNvSpPr/>
          <p:nvPr/>
        </p:nvSpPr>
        <p:spPr>
          <a:xfrm>
            <a:off x="1829520" y="5944320"/>
            <a:ext cx="3872520" cy="685440"/>
          </a:xfrm>
          <a:custGeom>
            <a:avLst/>
            <a:gdLst>
              <a:gd name="textAreaLeft" fmla="*/ 0 w 3872520"/>
              <a:gd name="textAreaRight" fmla="*/ 3872880 w 3872520"/>
              <a:gd name="textAreaTop" fmla="*/ 0 h 685440"/>
              <a:gd name="textAreaBottom" fmla="*/ 685800 h 685440"/>
            </a:gdLst>
            <a:ahLst/>
            <a:cxnLst/>
            <a:rect l="textAreaLeft" t="textAreaTop" r="textAreaRight" b="textAreaBottom"/>
            <a:pathLst>
              <a:path w="3872865" h="685800">
                <a:moveTo>
                  <a:pt x="0" y="114300"/>
                </a:moveTo>
                <a:lnTo>
                  <a:pt x="8983" y="69812"/>
                </a:lnTo>
                <a:lnTo>
                  <a:pt x="33480" y="33480"/>
                </a:lnTo>
                <a:lnTo>
                  <a:pt x="69812" y="8983"/>
                </a:lnTo>
                <a:lnTo>
                  <a:pt x="114300" y="0"/>
                </a:lnTo>
                <a:lnTo>
                  <a:pt x="3758184" y="0"/>
                </a:lnTo>
                <a:lnTo>
                  <a:pt x="3802671" y="8983"/>
                </a:lnTo>
                <a:lnTo>
                  <a:pt x="3839003" y="33480"/>
                </a:lnTo>
                <a:lnTo>
                  <a:pt x="3863500" y="69812"/>
                </a:lnTo>
                <a:lnTo>
                  <a:pt x="3872484" y="114300"/>
                </a:lnTo>
                <a:lnTo>
                  <a:pt x="3872484" y="571500"/>
                </a:lnTo>
                <a:lnTo>
                  <a:pt x="3863500" y="615987"/>
                </a:lnTo>
                <a:lnTo>
                  <a:pt x="3839003" y="652319"/>
                </a:lnTo>
                <a:lnTo>
                  <a:pt x="3802671" y="676816"/>
                </a:lnTo>
                <a:lnTo>
                  <a:pt x="3758184" y="685800"/>
                </a:lnTo>
                <a:lnTo>
                  <a:pt x="114300" y="685800"/>
                </a:lnTo>
                <a:lnTo>
                  <a:pt x="69812" y="676816"/>
                </a:lnTo>
                <a:lnTo>
                  <a:pt x="33480" y="652319"/>
                </a:lnTo>
                <a:lnTo>
                  <a:pt x="8983" y="615987"/>
                </a:lnTo>
                <a:lnTo>
                  <a:pt x="0" y="571500"/>
                </a:lnTo>
                <a:lnTo>
                  <a:pt x="0" y="114300"/>
                </a:lnTo>
                <a:close/>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2" name="object 7"/>
          <p:cNvSpPr/>
          <p:nvPr/>
        </p:nvSpPr>
        <p:spPr>
          <a:xfrm>
            <a:off x="1829520" y="5029920"/>
            <a:ext cx="3872520" cy="685440"/>
          </a:xfrm>
          <a:custGeom>
            <a:avLst/>
            <a:gdLst>
              <a:gd name="textAreaLeft" fmla="*/ 0 w 3872520"/>
              <a:gd name="textAreaRight" fmla="*/ 3872880 w 3872520"/>
              <a:gd name="textAreaTop" fmla="*/ 0 h 685440"/>
              <a:gd name="textAreaBottom" fmla="*/ 685800 h 685440"/>
            </a:gdLst>
            <a:ahLst/>
            <a:cxnLst/>
            <a:rect l="textAreaLeft" t="textAreaTop" r="textAreaRight" b="textAreaBottom"/>
            <a:pathLst>
              <a:path w="3872865" h="685800">
                <a:moveTo>
                  <a:pt x="3758184"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3758184" y="685800"/>
                </a:lnTo>
                <a:lnTo>
                  <a:pt x="3802671" y="676816"/>
                </a:lnTo>
                <a:lnTo>
                  <a:pt x="3839003" y="652319"/>
                </a:lnTo>
                <a:lnTo>
                  <a:pt x="3863500" y="615987"/>
                </a:lnTo>
                <a:lnTo>
                  <a:pt x="3872484" y="571500"/>
                </a:lnTo>
                <a:lnTo>
                  <a:pt x="3872484" y="114300"/>
                </a:lnTo>
                <a:lnTo>
                  <a:pt x="3863500" y="69812"/>
                </a:lnTo>
                <a:lnTo>
                  <a:pt x="3839003" y="33480"/>
                </a:lnTo>
                <a:lnTo>
                  <a:pt x="3802671" y="8983"/>
                </a:lnTo>
                <a:lnTo>
                  <a:pt x="3758184"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3" name="object 8"/>
          <p:cNvSpPr/>
          <p:nvPr/>
        </p:nvSpPr>
        <p:spPr>
          <a:xfrm>
            <a:off x="1829520" y="5029920"/>
            <a:ext cx="3872520" cy="685440"/>
          </a:xfrm>
          <a:custGeom>
            <a:avLst/>
            <a:gdLst>
              <a:gd name="textAreaLeft" fmla="*/ 0 w 3872520"/>
              <a:gd name="textAreaRight" fmla="*/ 3872880 w 3872520"/>
              <a:gd name="textAreaTop" fmla="*/ 0 h 685440"/>
              <a:gd name="textAreaBottom" fmla="*/ 685800 h 685440"/>
            </a:gdLst>
            <a:ahLst/>
            <a:cxnLst/>
            <a:rect l="textAreaLeft" t="textAreaTop" r="textAreaRight" b="textAreaBottom"/>
            <a:pathLst>
              <a:path w="3872865" h="685800">
                <a:moveTo>
                  <a:pt x="0" y="114300"/>
                </a:moveTo>
                <a:lnTo>
                  <a:pt x="8983" y="69812"/>
                </a:lnTo>
                <a:lnTo>
                  <a:pt x="33480" y="33480"/>
                </a:lnTo>
                <a:lnTo>
                  <a:pt x="69812" y="8983"/>
                </a:lnTo>
                <a:lnTo>
                  <a:pt x="114300" y="0"/>
                </a:lnTo>
                <a:lnTo>
                  <a:pt x="3758184" y="0"/>
                </a:lnTo>
                <a:lnTo>
                  <a:pt x="3802671" y="8983"/>
                </a:lnTo>
                <a:lnTo>
                  <a:pt x="3839003" y="33480"/>
                </a:lnTo>
                <a:lnTo>
                  <a:pt x="3863500" y="69812"/>
                </a:lnTo>
                <a:lnTo>
                  <a:pt x="3872484" y="114300"/>
                </a:lnTo>
                <a:lnTo>
                  <a:pt x="3872484" y="571500"/>
                </a:lnTo>
                <a:lnTo>
                  <a:pt x="3863500" y="615987"/>
                </a:lnTo>
                <a:lnTo>
                  <a:pt x="3839003" y="652319"/>
                </a:lnTo>
                <a:lnTo>
                  <a:pt x="3802671" y="676816"/>
                </a:lnTo>
                <a:lnTo>
                  <a:pt x="3758184" y="685800"/>
                </a:lnTo>
                <a:lnTo>
                  <a:pt x="114300" y="685800"/>
                </a:lnTo>
                <a:lnTo>
                  <a:pt x="69812" y="676816"/>
                </a:lnTo>
                <a:lnTo>
                  <a:pt x="33480" y="652319"/>
                </a:lnTo>
                <a:lnTo>
                  <a:pt x="8983" y="615987"/>
                </a:lnTo>
                <a:lnTo>
                  <a:pt x="0" y="571500"/>
                </a:lnTo>
                <a:lnTo>
                  <a:pt x="0" y="114300"/>
                </a:lnTo>
                <a:close/>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4" name="object 9"/>
          <p:cNvSpPr/>
          <p:nvPr/>
        </p:nvSpPr>
        <p:spPr>
          <a:xfrm>
            <a:off x="1829520" y="4115520"/>
            <a:ext cx="3872520" cy="685440"/>
          </a:xfrm>
          <a:custGeom>
            <a:avLst/>
            <a:gdLst>
              <a:gd name="textAreaLeft" fmla="*/ 0 w 3872520"/>
              <a:gd name="textAreaRight" fmla="*/ 3872880 w 3872520"/>
              <a:gd name="textAreaTop" fmla="*/ 0 h 685440"/>
              <a:gd name="textAreaBottom" fmla="*/ 685800 h 685440"/>
            </a:gdLst>
            <a:ahLst/>
            <a:cxnLst/>
            <a:rect l="textAreaLeft" t="textAreaTop" r="textAreaRight" b="textAreaBottom"/>
            <a:pathLst>
              <a:path w="3872865" h="685800">
                <a:moveTo>
                  <a:pt x="3758184"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3758184" y="685800"/>
                </a:lnTo>
                <a:lnTo>
                  <a:pt x="3802671" y="676816"/>
                </a:lnTo>
                <a:lnTo>
                  <a:pt x="3839003" y="652319"/>
                </a:lnTo>
                <a:lnTo>
                  <a:pt x="3863500" y="615987"/>
                </a:lnTo>
                <a:lnTo>
                  <a:pt x="3872484" y="571500"/>
                </a:lnTo>
                <a:lnTo>
                  <a:pt x="3872484" y="114300"/>
                </a:lnTo>
                <a:lnTo>
                  <a:pt x="3863500" y="69812"/>
                </a:lnTo>
                <a:lnTo>
                  <a:pt x="3839003" y="33480"/>
                </a:lnTo>
                <a:lnTo>
                  <a:pt x="3802671" y="8983"/>
                </a:lnTo>
                <a:lnTo>
                  <a:pt x="3758184"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5" name="object 10"/>
          <p:cNvSpPr/>
          <p:nvPr/>
        </p:nvSpPr>
        <p:spPr>
          <a:xfrm>
            <a:off x="1829520" y="4115520"/>
            <a:ext cx="3872520" cy="685440"/>
          </a:xfrm>
          <a:custGeom>
            <a:avLst/>
            <a:gdLst>
              <a:gd name="textAreaLeft" fmla="*/ 0 w 3872520"/>
              <a:gd name="textAreaRight" fmla="*/ 3872880 w 3872520"/>
              <a:gd name="textAreaTop" fmla="*/ 0 h 685440"/>
              <a:gd name="textAreaBottom" fmla="*/ 685800 h 685440"/>
            </a:gdLst>
            <a:ahLst/>
            <a:cxnLst/>
            <a:rect l="textAreaLeft" t="textAreaTop" r="textAreaRight" b="textAreaBottom"/>
            <a:pathLst>
              <a:path w="3872865" h="685800">
                <a:moveTo>
                  <a:pt x="0" y="114300"/>
                </a:moveTo>
                <a:lnTo>
                  <a:pt x="8983" y="69812"/>
                </a:lnTo>
                <a:lnTo>
                  <a:pt x="33480" y="33480"/>
                </a:lnTo>
                <a:lnTo>
                  <a:pt x="69812" y="8983"/>
                </a:lnTo>
                <a:lnTo>
                  <a:pt x="114300" y="0"/>
                </a:lnTo>
                <a:lnTo>
                  <a:pt x="3758184" y="0"/>
                </a:lnTo>
                <a:lnTo>
                  <a:pt x="3802671" y="8983"/>
                </a:lnTo>
                <a:lnTo>
                  <a:pt x="3839003" y="33480"/>
                </a:lnTo>
                <a:lnTo>
                  <a:pt x="3863500" y="69812"/>
                </a:lnTo>
                <a:lnTo>
                  <a:pt x="3872484" y="114300"/>
                </a:lnTo>
                <a:lnTo>
                  <a:pt x="3872484" y="571500"/>
                </a:lnTo>
                <a:lnTo>
                  <a:pt x="3863500" y="615987"/>
                </a:lnTo>
                <a:lnTo>
                  <a:pt x="3839003" y="652319"/>
                </a:lnTo>
                <a:lnTo>
                  <a:pt x="3802671" y="676816"/>
                </a:lnTo>
                <a:lnTo>
                  <a:pt x="3758184" y="685800"/>
                </a:lnTo>
                <a:lnTo>
                  <a:pt x="114300" y="685800"/>
                </a:lnTo>
                <a:lnTo>
                  <a:pt x="69812" y="676816"/>
                </a:lnTo>
                <a:lnTo>
                  <a:pt x="33480" y="652319"/>
                </a:lnTo>
                <a:lnTo>
                  <a:pt x="8983" y="615987"/>
                </a:lnTo>
                <a:lnTo>
                  <a:pt x="0" y="571500"/>
                </a:lnTo>
                <a:lnTo>
                  <a:pt x="0" y="114300"/>
                </a:lnTo>
                <a:close/>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6" name="object 11"/>
          <p:cNvSpPr/>
          <p:nvPr/>
        </p:nvSpPr>
        <p:spPr>
          <a:xfrm>
            <a:off x="762840" y="3027600"/>
            <a:ext cx="7619760" cy="812520"/>
          </a:xfrm>
          <a:custGeom>
            <a:avLst/>
            <a:gdLst>
              <a:gd name="textAreaLeft" fmla="*/ 0 w 7619760"/>
              <a:gd name="textAreaRight" fmla="*/ 7620120 w 7619760"/>
              <a:gd name="textAreaTop" fmla="*/ 0 h 812520"/>
              <a:gd name="textAreaBottom" fmla="*/ 812880 h 812520"/>
            </a:gdLst>
            <a:ahLst/>
            <a:cxnLst/>
            <a:rect l="textAreaLeft" t="textAreaTop" r="textAreaRight" b="textAreaBottom"/>
            <a:pathLst>
              <a:path w="7620000" h="812800">
                <a:moveTo>
                  <a:pt x="7484617" y="0"/>
                </a:moveTo>
                <a:lnTo>
                  <a:pt x="135381" y="0"/>
                </a:lnTo>
                <a:lnTo>
                  <a:pt x="92592" y="6898"/>
                </a:lnTo>
                <a:lnTo>
                  <a:pt x="55429" y="26111"/>
                </a:lnTo>
                <a:lnTo>
                  <a:pt x="26122" y="55412"/>
                </a:lnTo>
                <a:lnTo>
                  <a:pt x="6902" y="92577"/>
                </a:lnTo>
                <a:lnTo>
                  <a:pt x="0" y="135382"/>
                </a:lnTo>
                <a:lnTo>
                  <a:pt x="0" y="676910"/>
                </a:lnTo>
                <a:lnTo>
                  <a:pt x="6902" y="719714"/>
                </a:lnTo>
                <a:lnTo>
                  <a:pt x="26122" y="756879"/>
                </a:lnTo>
                <a:lnTo>
                  <a:pt x="55429" y="786180"/>
                </a:lnTo>
                <a:lnTo>
                  <a:pt x="92592" y="805393"/>
                </a:lnTo>
                <a:lnTo>
                  <a:pt x="135381" y="812292"/>
                </a:lnTo>
                <a:lnTo>
                  <a:pt x="7484617" y="812292"/>
                </a:lnTo>
                <a:lnTo>
                  <a:pt x="7527422" y="805393"/>
                </a:lnTo>
                <a:lnTo>
                  <a:pt x="7564587" y="786180"/>
                </a:lnTo>
                <a:lnTo>
                  <a:pt x="7593888" y="756879"/>
                </a:lnTo>
                <a:lnTo>
                  <a:pt x="7613101" y="719714"/>
                </a:lnTo>
                <a:lnTo>
                  <a:pt x="7620000" y="676910"/>
                </a:lnTo>
                <a:lnTo>
                  <a:pt x="7620000" y="135382"/>
                </a:lnTo>
                <a:lnTo>
                  <a:pt x="7613101" y="92577"/>
                </a:lnTo>
                <a:lnTo>
                  <a:pt x="7593888" y="55412"/>
                </a:lnTo>
                <a:lnTo>
                  <a:pt x="7564587" y="26111"/>
                </a:lnTo>
                <a:lnTo>
                  <a:pt x="7527422" y="6898"/>
                </a:lnTo>
                <a:lnTo>
                  <a:pt x="7484617"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7" name="object 12"/>
          <p:cNvSpPr/>
          <p:nvPr/>
        </p:nvSpPr>
        <p:spPr>
          <a:xfrm>
            <a:off x="762840" y="3027600"/>
            <a:ext cx="7619760" cy="812520"/>
          </a:xfrm>
          <a:custGeom>
            <a:avLst/>
            <a:gdLst>
              <a:gd name="textAreaLeft" fmla="*/ 0 w 7619760"/>
              <a:gd name="textAreaRight" fmla="*/ 7620120 w 7619760"/>
              <a:gd name="textAreaTop" fmla="*/ 0 h 812520"/>
              <a:gd name="textAreaBottom" fmla="*/ 812880 h 812520"/>
            </a:gdLst>
            <a:ahLst/>
            <a:cxnLst/>
            <a:rect l="textAreaLeft" t="textAreaTop" r="textAreaRight" b="textAreaBottom"/>
            <a:pathLst>
              <a:path w="7620000" h="812800">
                <a:moveTo>
                  <a:pt x="0" y="135382"/>
                </a:moveTo>
                <a:lnTo>
                  <a:pt x="6902" y="92577"/>
                </a:lnTo>
                <a:lnTo>
                  <a:pt x="26122" y="55412"/>
                </a:lnTo>
                <a:lnTo>
                  <a:pt x="55429" y="26111"/>
                </a:lnTo>
                <a:lnTo>
                  <a:pt x="92592" y="6898"/>
                </a:lnTo>
                <a:lnTo>
                  <a:pt x="135381" y="0"/>
                </a:lnTo>
                <a:lnTo>
                  <a:pt x="7484617" y="0"/>
                </a:lnTo>
                <a:lnTo>
                  <a:pt x="7527422" y="6898"/>
                </a:lnTo>
                <a:lnTo>
                  <a:pt x="7564587" y="26111"/>
                </a:lnTo>
                <a:lnTo>
                  <a:pt x="7593888" y="55412"/>
                </a:lnTo>
                <a:lnTo>
                  <a:pt x="7613101" y="92577"/>
                </a:lnTo>
                <a:lnTo>
                  <a:pt x="7620000" y="135382"/>
                </a:lnTo>
                <a:lnTo>
                  <a:pt x="7620000" y="676910"/>
                </a:lnTo>
                <a:lnTo>
                  <a:pt x="7613101" y="719714"/>
                </a:lnTo>
                <a:lnTo>
                  <a:pt x="7593888" y="756879"/>
                </a:lnTo>
                <a:lnTo>
                  <a:pt x="7564587" y="786180"/>
                </a:lnTo>
                <a:lnTo>
                  <a:pt x="7527422" y="805393"/>
                </a:lnTo>
                <a:lnTo>
                  <a:pt x="7484617" y="812292"/>
                </a:lnTo>
                <a:lnTo>
                  <a:pt x="135381" y="812292"/>
                </a:lnTo>
                <a:lnTo>
                  <a:pt x="92592" y="805393"/>
                </a:lnTo>
                <a:lnTo>
                  <a:pt x="55429" y="786180"/>
                </a:lnTo>
                <a:lnTo>
                  <a:pt x="26122" y="756879"/>
                </a:lnTo>
                <a:lnTo>
                  <a:pt x="6902" y="719714"/>
                </a:lnTo>
                <a:lnTo>
                  <a:pt x="0" y="676910"/>
                </a:lnTo>
                <a:lnTo>
                  <a:pt x="0" y="135382"/>
                </a:lnTo>
                <a:close/>
              </a:path>
            </a:pathLst>
          </a:custGeom>
          <a:noFill/>
          <a:ln w="28955">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8" name="object 13"/>
          <p:cNvSpPr/>
          <p:nvPr/>
        </p:nvSpPr>
        <p:spPr>
          <a:xfrm>
            <a:off x="1296000" y="3836520"/>
            <a:ext cx="360" cy="2450880"/>
          </a:xfrm>
          <a:custGeom>
            <a:avLst/>
            <a:gdLst>
              <a:gd name="textAreaLeft" fmla="*/ 0 w 360"/>
              <a:gd name="textAreaRight" fmla="*/ 720 w 360"/>
              <a:gd name="textAreaTop" fmla="*/ 0 h 2450880"/>
              <a:gd name="textAreaBottom" fmla="*/ 2451240 h 2450880"/>
            </a:gdLst>
            <a:ahLst/>
            <a:cxnLst/>
            <a:rect l="textAreaLeft" t="textAreaTop" r="textAreaRight" b="textAreaBottom"/>
            <a:pathLst>
              <a:path w="0" h="2451100">
                <a:moveTo>
                  <a:pt x="0" y="0"/>
                </a:moveTo>
                <a:lnTo>
                  <a:pt x="0" y="2451036"/>
                </a:lnTo>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89" name="object 14"/>
          <p:cNvSpPr/>
          <p:nvPr/>
        </p:nvSpPr>
        <p:spPr>
          <a:xfrm>
            <a:off x="1296000" y="6282720"/>
            <a:ext cx="533160" cy="3960"/>
          </a:xfrm>
          <a:custGeom>
            <a:avLst/>
            <a:gdLst>
              <a:gd name="textAreaLeft" fmla="*/ 0 w 533160"/>
              <a:gd name="textAreaRight" fmla="*/ 533520 w 533160"/>
              <a:gd name="textAreaTop" fmla="*/ 0 h 3960"/>
              <a:gd name="textAreaBottom" fmla="*/ 4320 h 3960"/>
            </a:gdLst>
            <a:ahLst/>
            <a:cxnLst/>
            <a:rect l="textAreaLeft" t="textAreaTop" r="textAreaRight" b="textAreaBottom"/>
            <a:pathLst>
              <a:path w="533400" h="4445">
                <a:moveTo>
                  <a:pt x="0" y="0"/>
                </a:moveTo>
                <a:lnTo>
                  <a:pt x="533400" y="3886"/>
                </a:lnTo>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0" name="object 15"/>
          <p:cNvSpPr/>
          <p:nvPr/>
        </p:nvSpPr>
        <p:spPr>
          <a:xfrm>
            <a:off x="1296000" y="5382000"/>
            <a:ext cx="533160" cy="3960"/>
          </a:xfrm>
          <a:custGeom>
            <a:avLst/>
            <a:gdLst>
              <a:gd name="textAreaLeft" fmla="*/ 0 w 533160"/>
              <a:gd name="textAreaRight" fmla="*/ 533520 w 533160"/>
              <a:gd name="textAreaTop" fmla="*/ 0 h 3960"/>
              <a:gd name="textAreaBottom" fmla="*/ 4320 h 3960"/>
            </a:gdLst>
            <a:ahLst/>
            <a:cxnLst/>
            <a:rect l="textAreaLeft" t="textAreaTop" r="textAreaRight" b="textAreaBottom"/>
            <a:pathLst>
              <a:path w="533400" h="4445">
                <a:moveTo>
                  <a:pt x="0" y="0"/>
                </a:moveTo>
                <a:lnTo>
                  <a:pt x="533400" y="3937"/>
                </a:lnTo>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1" name="object 16"/>
          <p:cNvSpPr/>
          <p:nvPr/>
        </p:nvSpPr>
        <p:spPr>
          <a:xfrm>
            <a:off x="1296000" y="4481280"/>
            <a:ext cx="533160" cy="3960"/>
          </a:xfrm>
          <a:custGeom>
            <a:avLst/>
            <a:gdLst>
              <a:gd name="textAreaLeft" fmla="*/ 0 w 533160"/>
              <a:gd name="textAreaRight" fmla="*/ 533520 w 533160"/>
              <a:gd name="textAreaTop" fmla="*/ 0 h 3960"/>
              <a:gd name="textAreaBottom" fmla="*/ 4320 h 3960"/>
            </a:gdLst>
            <a:ahLst/>
            <a:cxnLst/>
            <a:rect l="textAreaLeft" t="textAreaTop" r="textAreaRight" b="textAreaBottom"/>
            <a:pathLst>
              <a:path w="533400" h="4445">
                <a:moveTo>
                  <a:pt x="0" y="0"/>
                </a:moveTo>
                <a:lnTo>
                  <a:pt x="533400" y="3936"/>
                </a:lnTo>
              </a:path>
            </a:pathLst>
          </a:custGeom>
          <a:noFill/>
          <a:ln w="28956">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2" name="object 17"/>
          <p:cNvSpPr/>
          <p:nvPr/>
        </p:nvSpPr>
        <p:spPr>
          <a:xfrm>
            <a:off x="768960" y="1963800"/>
            <a:ext cx="7614000" cy="847440"/>
          </a:xfrm>
          <a:custGeom>
            <a:avLst/>
            <a:gdLst>
              <a:gd name="textAreaLeft" fmla="*/ 0 w 7614000"/>
              <a:gd name="textAreaRight" fmla="*/ 7614360 w 7614000"/>
              <a:gd name="textAreaTop" fmla="*/ 0 h 847440"/>
              <a:gd name="textAreaBottom" fmla="*/ 847800 h 847440"/>
            </a:gdLst>
            <a:ahLst/>
            <a:cxnLst/>
            <a:rect l="textAreaLeft" t="textAreaTop" r="textAreaRight" b="textAreaBottom"/>
            <a:pathLst>
              <a:path w="7614284" h="847725">
                <a:moveTo>
                  <a:pt x="7420102" y="0"/>
                </a:moveTo>
                <a:lnTo>
                  <a:pt x="193827" y="0"/>
                </a:lnTo>
                <a:lnTo>
                  <a:pt x="142300" y="5045"/>
                </a:lnTo>
                <a:lnTo>
                  <a:pt x="95998" y="19285"/>
                </a:lnTo>
                <a:lnTo>
                  <a:pt x="56770" y="41370"/>
                </a:lnTo>
                <a:lnTo>
                  <a:pt x="26463" y="69953"/>
                </a:lnTo>
                <a:lnTo>
                  <a:pt x="6923" y="103687"/>
                </a:lnTo>
                <a:lnTo>
                  <a:pt x="0" y="141224"/>
                </a:lnTo>
                <a:lnTo>
                  <a:pt x="0" y="706120"/>
                </a:lnTo>
                <a:lnTo>
                  <a:pt x="6923" y="743656"/>
                </a:lnTo>
                <a:lnTo>
                  <a:pt x="26463" y="777390"/>
                </a:lnTo>
                <a:lnTo>
                  <a:pt x="56770" y="805973"/>
                </a:lnTo>
                <a:lnTo>
                  <a:pt x="95998" y="828058"/>
                </a:lnTo>
                <a:lnTo>
                  <a:pt x="142300" y="842298"/>
                </a:lnTo>
                <a:lnTo>
                  <a:pt x="193827" y="847343"/>
                </a:lnTo>
                <a:lnTo>
                  <a:pt x="7420102" y="847343"/>
                </a:lnTo>
                <a:lnTo>
                  <a:pt x="7471631" y="842298"/>
                </a:lnTo>
                <a:lnTo>
                  <a:pt x="7517929" y="828058"/>
                </a:lnTo>
                <a:lnTo>
                  <a:pt x="7557150" y="805973"/>
                </a:lnTo>
                <a:lnTo>
                  <a:pt x="7587450" y="777390"/>
                </a:lnTo>
                <a:lnTo>
                  <a:pt x="7606983" y="743656"/>
                </a:lnTo>
                <a:lnTo>
                  <a:pt x="7613904" y="706120"/>
                </a:lnTo>
                <a:lnTo>
                  <a:pt x="7613904" y="141224"/>
                </a:lnTo>
                <a:lnTo>
                  <a:pt x="7606983" y="103687"/>
                </a:lnTo>
                <a:lnTo>
                  <a:pt x="7587450" y="69953"/>
                </a:lnTo>
                <a:lnTo>
                  <a:pt x="7557150" y="41370"/>
                </a:lnTo>
                <a:lnTo>
                  <a:pt x="7517929" y="19285"/>
                </a:lnTo>
                <a:lnTo>
                  <a:pt x="7471631" y="5045"/>
                </a:lnTo>
                <a:lnTo>
                  <a:pt x="7420102"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3" name="object 18"/>
          <p:cNvSpPr/>
          <p:nvPr/>
        </p:nvSpPr>
        <p:spPr>
          <a:xfrm>
            <a:off x="768960" y="1963800"/>
            <a:ext cx="7614000" cy="847440"/>
          </a:xfrm>
          <a:custGeom>
            <a:avLst/>
            <a:gdLst>
              <a:gd name="textAreaLeft" fmla="*/ 0 w 7614000"/>
              <a:gd name="textAreaRight" fmla="*/ 7614360 w 7614000"/>
              <a:gd name="textAreaTop" fmla="*/ 0 h 847440"/>
              <a:gd name="textAreaBottom" fmla="*/ 847800 h 847440"/>
            </a:gdLst>
            <a:ahLst/>
            <a:cxnLst/>
            <a:rect l="textAreaLeft" t="textAreaTop" r="textAreaRight" b="textAreaBottom"/>
            <a:pathLst>
              <a:path w="7614284" h="847725">
                <a:moveTo>
                  <a:pt x="0" y="141224"/>
                </a:moveTo>
                <a:lnTo>
                  <a:pt x="6923" y="103687"/>
                </a:lnTo>
                <a:lnTo>
                  <a:pt x="26463" y="69953"/>
                </a:lnTo>
                <a:lnTo>
                  <a:pt x="56770" y="41370"/>
                </a:lnTo>
                <a:lnTo>
                  <a:pt x="95998" y="19285"/>
                </a:lnTo>
                <a:lnTo>
                  <a:pt x="142300" y="5045"/>
                </a:lnTo>
                <a:lnTo>
                  <a:pt x="193827" y="0"/>
                </a:lnTo>
                <a:lnTo>
                  <a:pt x="7420102" y="0"/>
                </a:lnTo>
                <a:lnTo>
                  <a:pt x="7471631" y="5045"/>
                </a:lnTo>
                <a:lnTo>
                  <a:pt x="7517929" y="19285"/>
                </a:lnTo>
                <a:lnTo>
                  <a:pt x="7557150" y="41370"/>
                </a:lnTo>
                <a:lnTo>
                  <a:pt x="7587450" y="69953"/>
                </a:lnTo>
                <a:lnTo>
                  <a:pt x="7606983" y="103687"/>
                </a:lnTo>
                <a:lnTo>
                  <a:pt x="7613904" y="141224"/>
                </a:lnTo>
                <a:lnTo>
                  <a:pt x="7613904" y="706120"/>
                </a:lnTo>
                <a:lnTo>
                  <a:pt x="7606983" y="743656"/>
                </a:lnTo>
                <a:lnTo>
                  <a:pt x="7587450" y="777390"/>
                </a:lnTo>
                <a:lnTo>
                  <a:pt x="7557150" y="805973"/>
                </a:lnTo>
                <a:lnTo>
                  <a:pt x="7517929" y="828058"/>
                </a:lnTo>
                <a:lnTo>
                  <a:pt x="7471631" y="842298"/>
                </a:lnTo>
                <a:lnTo>
                  <a:pt x="7420102" y="847343"/>
                </a:lnTo>
                <a:lnTo>
                  <a:pt x="193827" y="847343"/>
                </a:lnTo>
                <a:lnTo>
                  <a:pt x="142300" y="842298"/>
                </a:lnTo>
                <a:lnTo>
                  <a:pt x="95998" y="828058"/>
                </a:lnTo>
                <a:lnTo>
                  <a:pt x="56770" y="805973"/>
                </a:lnTo>
                <a:lnTo>
                  <a:pt x="26463" y="777390"/>
                </a:lnTo>
                <a:lnTo>
                  <a:pt x="6923" y="743656"/>
                </a:lnTo>
                <a:lnTo>
                  <a:pt x="0" y="706120"/>
                </a:lnTo>
                <a:lnTo>
                  <a:pt x="0" y="141224"/>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4" name="object 19"/>
          <p:cNvSpPr/>
          <p:nvPr/>
        </p:nvSpPr>
        <p:spPr>
          <a:xfrm>
            <a:off x="932400" y="2103840"/>
            <a:ext cx="6964920" cy="4401360"/>
          </a:xfrm>
          <a:prstGeom prst="rect">
            <a:avLst/>
          </a:prstGeom>
          <a:noFill/>
          <a:ln w="0">
            <a:noFill/>
          </a:ln>
        </p:spPr>
        <p:style>
          <a:lnRef idx="0"/>
          <a:fillRef idx="0"/>
          <a:effectRef idx="0"/>
          <a:fontRef idx="minor"/>
        </p:style>
        <p:txBody>
          <a:bodyPr lIns="0" tIns="12240" rIns="0" bIns="0" anchor="t">
            <a:spAutoFit/>
          </a:bodyPr>
          <a:p>
            <a:pPr marL="12600" defTabSz="914400">
              <a:lnSpc>
                <a:spcPct val="100000"/>
              </a:lnSpc>
              <a:spcBef>
                <a:spcPts val="96"/>
              </a:spcBef>
              <a:tabLst>
                <a:tab pos="2508840" algn="l"/>
                <a:tab pos="3296880" algn="l"/>
                <a:tab pos="4830480" algn="l"/>
                <a:tab pos="5356080" algn="l"/>
                <a:tab pos="5795640" algn="l"/>
              </a:tabLst>
            </a:pPr>
            <a:r>
              <a:rPr lang="en-US" sz="3100" b="0" u="none" spc="-6" strike="noStrike">
                <a:solidFill>
                  <a:srgbClr val="FFFFFF"/>
                </a:solidFill>
                <a:effectLst/>
                <a:uFillTx/>
                <a:latin typeface="Arial"/>
              </a:rPr>
              <a:t>These</a:t>
            </a:r>
            <a:r>
              <a:rPr lang="en-US" sz="3100" b="0" u="none" spc="11" strike="noStrike">
                <a:solidFill>
                  <a:srgbClr val="FFFFFF"/>
                </a:solidFill>
                <a:effectLst/>
                <a:uFillTx/>
                <a:latin typeface="Arial"/>
              </a:rPr>
              <a:t> </a:t>
            </a:r>
            <a:r>
              <a:rPr lang="en-US" sz="3100" b="0" u="none" spc="-14" strike="noStrike">
                <a:solidFill>
                  <a:srgbClr val="FFFFFF"/>
                </a:solidFill>
                <a:effectLst/>
                <a:uFillTx/>
                <a:latin typeface="Arial"/>
              </a:rPr>
              <a:t>gene</a:t>
            </a:r>
            <a:r>
              <a:rPr lang="en-US" sz="3100" b="0" u="none" spc="-6" strike="noStrike">
                <a:solidFill>
                  <a:srgbClr val="FFFFFF"/>
                </a:solidFill>
                <a:effectLst/>
                <a:uFillTx/>
                <a:latin typeface="Arial"/>
              </a:rPr>
              <a:t>s</a:t>
            </a:r>
            <a:r>
              <a:rPr lang="en-US" sz="3100" b="0" u="none" strike="noStrike">
                <a:solidFill>
                  <a:srgbClr val="FFFFFF"/>
                </a:solidFill>
                <a:effectLst/>
                <a:uFillTx/>
                <a:latin typeface="Arial"/>
              </a:rPr>
              <a:t>	</a:t>
            </a:r>
            <a:r>
              <a:rPr lang="en-US" sz="3100" b="0" u="none" spc="-6" strike="noStrike">
                <a:solidFill>
                  <a:srgbClr val="FFFFFF"/>
                </a:solidFill>
                <a:effectLst/>
                <a:uFillTx/>
                <a:latin typeface="Arial"/>
              </a:rPr>
              <a:t>are</a:t>
            </a:r>
            <a:r>
              <a:rPr lang="en-US" sz="3100" b="0" u="none" strike="noStrike">
                <a:solidFill>
                  <a:srgbClr val="FFFFFF"/>
                </a:solidFill>
                <a:effectLst/>
                <a:uFillTx/>
                <a:latin typeface="Arial"/>
              </a:rPr>
              <a:t>	</a:t>
            </a:r>
            <a:r>
              <a:rPr lang="en-US" sz="3100" b="0" u="none" spc="-6" strike="noStrike">
                <a:solidFill>
                  <a:srgbClr val="FFFFFF"/>
                </a:solidFill>
                <a:effectLst/>
                <a:uFillTx/>
                <a:latin typeface="Arial"/>
              </a:rPr>
              <a:t>pr</a:t>
            </a:r>
            <a:r>
              <a:rPr lang="en-US" sz="3100" b="0" u="none" spc="-14" strike="noStrike">
                <a:solidFill>
                  <a:srgbClr val="FFFFFF"/>
                </a:solidFill>
                <a:effectLst/>
                <a:uFillTx/>
                <a:latin typeface="Arial"/>
              </a:rPr>
              <a:t>e</a:t>
            </a:r>
            <a:r>
              <a:rPr lang="en-US" sz="3100" b="0" u="none" spc="-6" strike="noStrike">
                <a:solidFill>
                  <a:srgbClr val="FFFFFF"/>
                </a:solidFill>
                <a:effectLst/>
                <a:uFillTx/>
                <a:latin typeface="Arial"/>
              </a:rPr>
              <a:t>se</a:t>
            </a:r>
            <a:r>
              <a:rPr lang="en-US" sz="3100" b="0" u="none" spc="-14" strike="noStrike">
                <a:solidFill>
                  <a:srgbClr val="FFFFFF"/>
                </a:solidFill>
                <a:effectLst/>
                <a:uFillTx/>
                <a:latin typeface="Arial"/>
              </a:rPr>
              <a:t>n</a:t>
            </a:r>
            <a:r>
              <a:rPr lang="en-US" sz="3100" b="0" u="none" spc="-6" strike="noStrike">
                <a:solidFill>
                  <a:srgbClr val="FFFFFF"/>
                </a:solidFill>
                <a:effectLst/>
                <a:uFillTx/>
                <a:latin typeface="Arial"/>
              </a:rPr>
              <a:t>t</a:t>
            </a:r>
            <a:r>
              <a:rPr lang="en-US" sz="3100" b="0" u="none" strike="noStrike">
                <a:solidFill>
                  <a:srgbClr val="FFFFFF"/>
                </a:solidFill>
                <a:effectLst/>
                <a:uFillTx/>
                <a:latin typeface="Arial"/>
              </a:rPr>
              <a:t>	</a:t>
            </a:r>
            <a:r>
              <a:rPr lang="en-US" sz="3100" b="0" u="none" spc="-11" strike="noStrike">
                <a:solidFill>
                  <a:srgbClr val="FFFFFF"/>
                </a:solidFill>
                <a:effectLst/>
                <a:uFillTx/>
                <a:latin typeface="Arial"/>
              </a:rPr>
              <a:t>i</a:t>
            </a:r>
            <a:r>
              <a:rPr lang="en-US" sz="3100" b="0" u="none" spc="-6" strike="noStrike">
                <a:solidFill>
                  <a:srgbClr val="FFFFFF"/>
                </a:solidFill>
                <a:effectLst/>
                <a:uFillTx/>
                <a:latin typeface="Arial"/>
              </a:rPr>
              <a:t>n</a:t>
            </a:r>
            <a:r>
              <a:rPr lang="en-US" sz="3100" b="0" u="none" strike="noStrike">
                <a:solidFill>
                  <a:srgbClr val="FFFFFF"/>
                </a:solidFill>
                <a:effectLst/>
                <a:uFillTx/>
                <a:latin typeface="Arial"/>
              </a:rPr>
              <a:t>	</a:t>
            </a:r>
            <a:r>
              <a:rPr lang="en-US" sz="3100" b="0" u="none" spc="-6" strike="noStrike">
                <a:solidFill>
                  <a:srgbClr val="FFFFFF"/>
                </a:solidFill>
                <a:effectLst/>
                <a:uFillTx/>
                <a:latin typeface="Arial"/>
              </a:rPr>
              <a:t>a</a:t>
            </a:r>
            <a:r>
              <a:rPr lang="en-US" sz="3100" b="0" u="none" strike="noStrike">
                <a:solidFill>
                  <a:srgbClr val="FFFFFF"/>
                </a:solidFill>
                <a:effectLst/>
                <a:uFillTx/>
                <a:latin typeface="Arial"/>
              </a:rPr>
              <a:t>	</a:t>
            </a:r>
            <a:r>
              <a:rPr lang="en-US" sz="3100" b="0" u="none" spc="-6" strike="noStrike">
                <a:solidFill>
                  <a:srgbClr val="FFFFFF"/>
                </a:solidFill>
                <a:effectLst/>
                <a:uFillTx/>
                <a:latin typeface="Arial"/>
              </a:rPr>
              <a:t>clust</a:t>
            </a:r>
            <a:r>
              <a:rPr lang="en-US" sz="3100" b="0" u="none" spc="-14" strike="noStrike">
                <a:solidFill>
                  <a:srgbClr val="FFFFFF"/>
                </a:solidFill>
                <a:effectLst/>
                <a:uFillTx/>
                <a:latin typeface="Arial"/>
              </a:rPr>
              <a:t>e</a:t>
            </a:r>
            <a:r>
              <a:rPr lang="en-US" sz="3100" b="0" u="none" spc="-6" strike="noStrike">
                <a:solidFill>
                  <a:srgbClr val="FFFFFF"/>
                </a:solidFill>
                <a:effectLst/>
                <a:uFillTx/>
                <a:latin typeface="Arial"/>
              </a:rPr>
              <a:t>r</a:t>
            </a:r>
            <a:endParaRPr lang="en-US" sz="3100" b="0" u="none" strike="noStrike">
              <a:solidFill>
                <a:srgbClr val="000000"/>
              </a:solidFill>
              <a:effectLst/>
              <a:uFillTx/>
              <a:latin typeface="Arial"/>
            </a:endParaRPr>
          </a:p>
          <a:p>
            <a:pPr defTabSz="914400">
              <a:lnSpc>
                <a:spcPct val="100000"/>
              </a:lnSpc>
              <a:spcBef>
                <a:spcPts val="40"/>
              </a:spcBef>
              <a:tabLst>
                <a:tab pos="2508840" algn="l"/>
                <a:tab pos="3296880" algn="l"/>
                <a:tab pos="4830480" algn="l"/>
                <a:tab pos="5356080" algn="l"/>
                <a:tab pos="5795640" algn="l"/>
              </a:tabLst>
            </a:pPr>
            <a:endParaRPr lang="en-US" sz="3750" b="0" u="none" strike="noStrike">
              <a:solidFill>
                <a:srgbClr val="000000"/>
              </a:solidFill>
              <a:effectLst/>
              <a:uFillTx/>
              <a:latin typeface="Arial"/>
            </a:endParaRPr>
          </a:p>
          <a:p>
            <a:pPr marL="73080" defTabSz="914400">
              <a:lnSpc>
                <a:spcPct val="100000"/>
              </a:lnSpc>
              <a:spcBef>
                <a:spcPts val="6"/>
              </a:spcBef>
              <a:tabLst>
                <a:tab pos="1426680" algn="l"/>
                <a:tab pos="2237760" algn="l"/>
                <a:tab pos="4153680" algn="l"/>
              </a:tabLst>
            </a:pPr>
            <a:r>
              <a:rPr lang="en-US" sz="3200" b="0" u="none" spc="-6" strike="noStrike">
                <a:solidFill>
                  <a:srgbClr val="FFFFFF"/>
                </a:solidFill>
                <a:effectLst/>
                <a:uFillTx/>
                <a:latin typeface="Arial"/>
              </a:rPr>
              <a:t>These</a:t>
            </a:r>
            <a:r>
              <a:rPr lang="en-US" sz="3200" b="0" u="none" spc="-6" strike="noStrike">
                <a:solidFill>
                  <a:srgbClr val="FFFFFF"/>
                </a:solidFill>
                <a:effectLst/>
                <a:uFillTx/>
                <a:latin typeface="Arial"/>
              </a:rPr>
              <a:t>	</a:t>
            </a:r>
            <a:r>
              <a:rPr lang="en-US" sz="3200" b="0" u="none" strike="noStrike">
                <a:solidFill>
                  <a:srgbClr val="FFFFFF"/>
                </a:solidFill>
                <a:effectLst/>
                <a:uFillTx/>
                <a:latin typeface="Arial"/>
              </a:rPr>
              <a:t>are</a:t>
            </a:r>
            <a:r>
              <a:rPr lang="en-US" sz="3200" b="0" u="none" strike="noStrike">
                <a:solidFill>
                  <a:srgbClr val="FFFFFF"/>
                </a:solidFill>
                <a:effectLst/>
                <a:uFillTx/>
                <a:latin typeface="Arial"/>
              </a:rPr>
              <a:t>	</a:t>
            </a:r>
            <a:r>
              <a:rPr lang="en-US" sz="3200" b="0" u="none" spc="-6" strike="noStrike">
                <a:solidFill>
                  <a:srgbClr val="FFFFFF"/>
                </a:solidFill>
                <a:effectLst/>
                <a:uFillTx/>
                <a:latin typeface="Arial"/>
              </a:rPr>
              <a:t>preceded</a:t>
            </a:r>
            <a:r>
              <a:rPr lang="en-US" sz="3200" b="0" u="none" spc="-6" strike="noStrike">
                <a:solidFill>
                  <a:srgbClr val="FFFFFF"/>
                </a:solidFill>
                <a:effectLst/>
                <a:uFillTx/>
                <a:latin typeface="Arial"/>
              </a:rPr>
              <a:t>	</a:t>
            </a:r>
            <a:r>
              <a:rPr lang="en-US" sz="3200" b="0" u="none" strike="noStrike">
                <a:solidFill>
                  <a:srgbClr val="FFFFFF"/>
                </a:solidFill>
                <a:effectLst/>
                <a:uFillTx/>
                <a:latin typeface="Arial"/>
              </a:rPr>
              <a:t>by:</a:t>
            </a:r>
            <a:endParaRPr lang="en-US" sz="3200" b="0" u="none" strike="noStrike">
              <a:solidFill>
                <a:srgbClr val="000000"/>
              </a:solidFill>
              <a:effectLst/>
              <a:uFillTx/>
              <a:latin typeface="Arial"/>
            </a:endParaRPr>
          </a:p>
          <a:p>
            <a:pPr marL="988560" indent="76680" defTabSz="914400">
              <a:lnSpc>
                <a:spcPct val="185000"/>
              </a:lnSpc>
              <a:spcBef>
                <a:spcPts val="1151"/>
              </a:spcBef>
              <a:tabLst>
                <a:tab pos="0" algn="l"/>
              </a:tabLst>
            </a:pPr>
            <a:r>
              <a:rPr lang="en-US" sz="3200" b="0" u="none" spc="-6" strike="noStrike">
                <a:solidFill>
                  <a:srgbClr val="FFFFFF"/>
                </a:solidFill>
                <a:effectLst/>
                <a:uFillTx/>
                <a:latin typeface="Arial"/>
              </a:rPr>
              <a:t>An operator </a:t>
            </a:r>
            <a:r>
              <a:rPr lang="en-US" sz="3200" b="0" u="none" strike="noStrike">
                <a:solidFill>
                  <a:srgbClr val="FFFFFF"/>
                </a:solidFill>
                <a:effectLst/>
                <a:uFillTx/>
                <a:latin typeface="Arial"/>
              </a:rPr>
              <a:t>(o) site  A promoter (p) site  A </a:t>
            </a:r>
            <a:r>
              <a:rPr lang="en-US" sz="3200" b="0" u="none" spc="-6" strike="noStrike">
                <a:solidFill>
                  <a:srgbClr val="FFFFFF"/>
                </a:solidFill>
                <a:effectLst/>
                <a:uFillTx/>
                <a:latin typeface="Arial"/>
              </a:rPr>
              <a:t>regulatory (i)</a:t>
            </a:r>
            <a:r>
              <a:rPr lang="en-US" sz="3200" b="0" u="none" spc="-249" strike="noStrike">
                <a:solidFill>
                  <a:srgbClr val="FFFFFF"/>
                </a:solidFill>
                <a:effectLst/>
                <a:uFillTx/>
                <a:latin typeface="Arial"/>
              </a:rPr>
              <a:t> </a:t>
            </a:r>
            <a:r>
              <a:rPr lang="en-US" sz="3200" b="0" u="none" spc="-11" strike="noStrike">
                <a:solidFill>
                  <a:srgbClr val="FFFFFF"/>
                </a:solidFill>
                <a:effectLst/>
                <a:uFillTx/>
                <a:latin typeface="Arial"/>
              </a:rPr>
              <a:t>gene</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object 2"/>
          <p:cNvSpPr/>
          <p:nvPr/>
        </p:nvSpPr>
        <p:spPr>
          <a:xfrm>
            <a:off x="546120" y="1515600"/>
            <a:ext cx="1436040" cy="150120"/>
          </a:xfrm>
          <a:custGeom>
            <a:avLst/>
            <a:gdLst>
              <a:gd name="textAreaLeft" fmla="*/ 0 w 1436040"/>
              <a:gd name="textAreaRight" fmla="*/ 1436400 w 1436040"/>
              <a:gd name="textAreaTop" fmla="*/ 0 h 150120"/>
              <a:gd name="textAreaBottom" fmla="*/ 150480 h 150120"/>
            </a:gdLst>
            <a:ahLst/>
            <a:cxnLst/>
            <a:rect l="textAreaLeft" t="textAreaTop" r="textAreaRight" b="textAreaBottom"/>
            <a:pathLst>
              <a:path w="1436370" h="150494">
                <a:moveTo>
                  <a:pt x="1353842" y="98216"/>
                </a:moveTo>
                <a:lnTo>
                  <a:pt x="1306004" y="125222"/>
                </a:lnTo>
                <a:lnTo>
                  <a:pt x="1303591" y="134112"/>
                </a:lnTo>
                <a:lnTo>
                  <a:pt x="1311465" y="148082"/>
                </a:lnTo>
                <a:lnTo>
                  <a:pt x="1320228" y="150495"/>
                </a:lnTo>
                <a:lnTo>
                  <a:pt x="1411384" y="98933"/>
                </a:lnTo>
                <a:lnTo>
                  <a:pt x="1407477" y="98933"/>
                </a:lnTo>
                <a:lnTo>
                  <a:pt x="1353842" y="98216"/>
                </a:lnTo>
                <a:close/>
              </a:path>
              <a:path w="1436370" h="150494">
                <a:moveTo>
                  <a:pt x="116090" y="0"/>
                </a:moveTo>
                <a:lnTo>
                  <a:pt x="0" y="65659"/>
                </a:lnTo>
                <a:lnTo>
                  <a:pt x="114300" y="134366"/>
                </a:lnTo>
                <a:lnTo>
                  <a:pt x="123202" y="132207"/>
                </a:lnTo>
                <a:lnTo>
                  <a:pt x="131445" y="118491"/>
                </a:lnTo>
                <a:lnTo>
                  <a:pt x="129222" y="109600"/>
                </a:lnTo>
                <a:lnTo>
                  <a:pt x="122377" y="105410"/>
                </a:lnTo>
                <a:lnTo>
                  <a:pt x="82161" y="81234"/>
                </a:lnTo>
                <a:lnTo>
                  <a:pt x="28524" y="80518"/>
                </a:lnTo>
                <a:lnTo>
                  <a:pt x="28917" y="51562"/>
                </a:lnTo>
                <a:lnTo>
                  <a:pt x="83663" y="51562"/>
                </a:lnTo>
                <a:lnTo>
                  <a:pt x="130352" y="25146"/>
                </a:lnTo>
                <a:lnTo>
                  <a:pt x="132803" y="16383"/>
                </a:lnTo>
                <a:lnTo>
                  <a:pt x="124929" y="2412"/>
                </a:lnTo>
                <a:lnTo>
                  <a:pt x="116090" y="0"/>
                </a:lnTo>
                <a:close/>
              </a:path>
              <a:path w="1436370" h="150494">
                <a:moveTo>
                  <a:pt x="1378870" y="84087"/>
                </a:moveTo>
                <a:lnTo>
                  <a:pt x="1353842" y="98216"/>
                </a:lnTo>
                <a:lnTo>
                  <a:pt x="1407477" y="98933"/>
                </a:lnTo>
                <a:lnTo>
                  <a:pt x="1407504" y="96900"/>
                </a:lnTo>
                <a:lnTo>
                  <a:pt x="1400111" y="96900"/>
                </a:lnTo>
                <a:lnTo>
                  <a:pt x="1378870" y="84087"/>
                </a:lnTo>
                <a:close/>
              </a:path>
              <a:path w="1436370" h="150494">
                <a:moveTo>
                  <a:pt x="1322006" y="16129"/>
                </a:moveTo>
                <a:lnTo>
                  <a:pt x="1313116" y="18287"/>
                </a:lnTo>
                <a:lnTo>
                  <a:pt x="1309052" y="25146"/>
                </a:lnTo>
                <a:lnTo>
                  <a:pt x="1304861" y="32004"/>
                </a:lnTo>
                <a:lnTo>
                  <a:pt x="1307147" y="40894"/>
                </a:lnTo>
                <a:lnTo>
                  <a:pt x="1314005" y="44958"/>
                </a:lnTo>
                <a:lnTo>
                  <a:pt x="1354293" y="69261"/>
                </a:lnTo>
                <a:lnTo>
                  <a:pt x="1407858" y="69976"/>
                </a:lnTo>
                <a:lnTo>
                  <a:pt x="1407477" y="98933"/>
                </a:lnTo>
                <a:lnTo>
                  <a:pt x="1411384" y="98933"/>
                </a:lnTo>
                <a:lnTo>
                  <a:pt x="1436306" y="84836"/>
                </a:lnTo>
                <a:lnTo>
                  <a:pt x="1322006" y="16129"/>
                </a:lnTo>
                <a:close/>
              </a:path>
              <a:path w="1436370" h="150494">
                <a:moveTo>
                  <a:pt x="82401" y="52276"/>
                </a:moveTo>
                <a:lnTo>
                  <a:pt x="57462" y="66386"/>
                </a:lnTo>
                <a:lnTo>
                  <a:pt x="82161" y="81234"/>
                </a:lnTo>
                <a:lnTo>
                  <a:pt x="1353842" y="98216"/>
                </a:lnTo>
                <a:lnTo>
                  <a:pt x="1378870" y="84087"/>
                </a:lnTo>
                <a:lnTo>
                  <a:pt x="1354293" y="69261"/>
                </a:lnTo>
                <a:lnTo>
                  <a:pt x="82401" y="52276"/>
                </a:lnTo>
                <a:close/>
              </a:path>
              <a:path w="1436370" h="150494">
                <a:moveTo>
                  <a:pt x="1400492" y="71882"/>
                </a:moveTo>
                <a:lnTo>
                  <a:pt x="1378870" y="84087"/>
                </a:lnTo>
                <a:lnTo>
                  <a:pt x="1400111" y="96900"/>
                </a:lnTo>
                <a:lnTo>
                  <a:pt x="1400492" y="71882"/>
                </a:lnTo>
                <a:close/>
              </a:path>
              <a:path w="1436370" h="150494">
                <a:moveTo>
                  <a:pt x="1407833" y="71882"/>
                </a:moveTo>
                <a:lnTo>
                  <a:pt x="1400492" y="71882"/>
                </a:lnTo>
                <a:lnTo>
                  <a:pt x="1400111" y="96900"/>
                </a:lnTo>
                <a:lnTo>
                  <a:pt x="1407504" y="96900"/>
                </a:lnTo>
                <a:lnTo>
                  <a:pt x="1407833" y="71882"/>
                </a:lnTo>
                <a:close/>
              </a:path>
              <a:path w="1436370" h="150494">
                <a:moveTo>
                  <a:pt x="1354293" y="69261"/>
                </a:moveTo>
                <a:lnTo>
                  <a:pt x="1378870" y="84087"/>
                </a:lnTo>
                <a:lnTo>
                  <a:pt x="1400492" y="71882"/>
                </a:lnTo>
                <a:lnTo>
                  <a:pt x="1407833" y="71882"/>
                </a:lnTo>
                <a:lnTo>
                  <a:pt x="1407858" y="69976"/>
                </a:lnTo>
                <a:lnTo>
                  <a:pt x="1354293" y="69261"/>
                </a:lnTo>
                <a:close/>
              </a:path>
              <a:path w="1436370" h="150494">
                <a:moveTo>
                  <a:pt x="28917" y="51562"/>
                </a:moveTo>
                <a:lnTo>
                  <a:pt x="28524" y="80518"/>
                </a:lnTo>
                <a:lnTo>
                  <a:pt x="82161" y="81234"/>
                </a:lnTo>
                <a:lnTo>
                  <a:pt x="77800" y="78612"/>
                </a:lnTo>
                <a:lnTo>
                  <a:pt x="35852" y="78612"/>
                </a:lnTo>
                <a:lnTo>
                  <a:pt x="36182" y="53594"/>
                </a:lnTo>
                <a:lnTo>
                  <a:pt x="80072" y="53594"/>
                </a:lnTo>
                <a:lnTo>
                  <a:pt x="82401" y="52276"/>
                </a:lnTo>
                <a:lnTo>
                  <a:pt x="28917" y="51562"/>
                </a:lnTo>
                <a:close/>
              </a:path>
              <a:path w="1436370" h="150494">
                <a:moveTo>
                  <a:pt x="36182" y="53594"/>
                </a:moveTo>
                <a:lnTo>
                  <a:pt x="35852" y="78612"/>
                </a:lnTo>
                <a:lnTo>
                  <a:pt x="57462" y="66386"/>
                </a:lnTo>
                <a:lnTo>
                  <a:pt x="36182" y="53594"/>
                </a:lnTo>
                <a:close/>
              </a:path>
              <a:path w="1436370" h="150494">
                <a:moveTo>
                  <a:pt x="57462" y="66386"/>
                </a:moveTo>
                <a:lnTo>
                  <a:pt x="35852" y="78612"/>
                </a:lnTo>
                <a:lnTo>
                  <a:pt x="77800" y="78612"/>
                </a:lnTo>
                <a:lnTo>
                  <a:pt x="57462" y="66386"/>
                </a:lnTo>
                <a:close/>
              </a:path>
              <a:path w="1436370" h="150494">
                <a:moveTo>
                  <a:pt x="80072" y="53594"/>
                </a:moveTo>
                <a:lnTo>
                  <a:pt x="36182" y="53594"/>
                </a:lnTo>
                <a:lnTo>
                  <a:pt x="57462" y="66386"/>
                </a:lnTo>
                <a:lnTo>
                  <a:pt x="80072" y="53594"/>
                </a:lnTo>
                <a:close/>
              </a:path>
              <a:path w="1436370" h="150494">
                <a:moveTo>
                  <a:pt x="83663" y="51562"/>
                </a:moveTo>
                <a:lnTo>
                  <a:pt x="28917" y="51562"/>
                </a:lnTo>
                <a:lnTo>
                  <a:pt x="82401" y="52276"/>
                </a:lnTo>
                <a:lnTo>
                  <a:pt x="83663" y="51562"/>
                </a:lnTo>
                <a:close/>
              </a:path>
            </a:pathLst>
          </a:custGeom>
          <a:solidFill>
            <a:srgbClr val="FFFFFF"/>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6" name="object 3"/>
          <p:cNvSpPr/>
          <p:nvPr/>
        </p:nvSpPr>
        <p:spPr>
          <a:xfrm>
            <a:off x="2058120" y="1533600"/>
            <a:ext cx="2362320" cy="135360"/>
          </a:xfrm>
          <a:custGeom>
            <a:avLst/>
            <a:gdLst>
              <a:gd name="textAreaLeft" fmla="*/ 0 w 2362320"/>
              <a:gd name="textAreaRight" fmla="*/ 2362680 w 2362320"/>
              <a:gd name="textAreaTop" fmla="*/ 0 h 135360"/>
              <a:gd name="textAreaBottom" fmla="*/ 135720 h 135360"/>
            </a:gdLst>
            <a:ahLst/>
            <a:cxnLst/>
            <a:rect l="textAreaLeft" t="textAreaTop" r="textAreaRight" b="textAreaBottom"/>
            <a:pathLst>
              <a:path w="2362835" h="135889">
                <a:moveTo>
                  <a:pt x="2247265" y="1524"/>
                </a:moveTo>
                <a:lnTo>
                  <a:pt x="2238375" y="3810"/>
                </a:lnTo>
                <a:lnTo>
                  <a:pt x="2234311" y="10668"/>
                </a:lnTo>
                <a:lnTo>
                  <a:pt x="2230247" y="17653"/>
                </a:lnTo>
                <a:lnTo>
                  <a:pt x="2232660" y="26543"/>
                </a:lnTo>
                <a:lnTo>
                  <a:pt x="2239517" y="30480"/>
                </a:lnTo>
                <a:lnTo>
                  <a:pt x="2280068" y="54193"/>
                </a:lnTo>
                <a:lnTo>
                  <a:pt x="2333625" y="54229"/>
                </a:lnTo>
                <a:lnTo>
                  <a:pt x="2333625" y="83185"/>
                </a:lnTo>
                <a:lnTo>
                  <a:pt x="2280114" y="83185"/>
                </a:lnTo>
                <a:lnTo>
                  <a:pt x="2232532" y="110871"/>
                </a:lnTo>
                <a:lnTo>
                  <a:pt x="2230247" y="119761"/>
                </a:lnTo>
                <a:lnTo>
                  <a:pt x="2234184" y="126619"/>
                </a:lnTo>
                <a:lnTo>
                  <a:pt x="2238248" y="133604"/>
                </a:lnTo>
                <a:lnTo>
                  <a:pt x="2247138" y="135890"/>
                </a:lnTo>
                <a:lnTo>
                  <a:pt x="2253995" y="131825"/>
                </a:lnTo>
                <a:lnTo>
                  <a:pt x="2337576" y="83185"/>
                </a:lnTo>
                <a:lnTo>
                  <a:pt x="2333625" y="83185"/>
                </a:lnTo>
                <a:lnTo>
                  <a:pt x="2337637" y="83149"/>
                </a:lnTo>
                <a:lnTo>
                  <a:pt x="2362454" y="68707"/>
                </a:lnTo>
                <a:lnTo>
                  <a:pt x="2335044" y="52705"/>
                </a:lnTo>
                <a:lnTo>
                  <a:pt x="2247265" y="1524"/>
                </a:lnTo>
                <a:close/>
              </a:path>
              <a:path w="2362835" h="135889">
                <a:moveTo>
                  <a:pt x="115315" y="0"/>
                </a:moveTo>
                <a:lnTo>
                  <a:pt x="108457" y="4063"/>
                </a:lnTo>
                <a:lnTo>
                  <a:pt x="0" y="67183"/>
                </a:lnTo>
                <a:lnTo>
                  <a:pt x="115188" y="134493"/>
                </a:lnTo>
                <a:lnTo>
                  <a:pt x="124078" y="132080"/>
                </a:lnTo>
                <a:lnTo>
                  <a:pt x="132206" y="118363"/>
                </a:lnTo>
                <a:lnTo>
                  <a:pt x="129793" y="109474"/>
                </a:lnTo>
                <a:lnTo>
                  <a:pt x="82284" y="81696"/>
                </a:lnTo>
                <a:lnTo>
                  <a:pt x="28828" y="81661"/>
                </a:lnTo>
                <a:lnTo>
                  <a:pt x="28828" y="52705"/>
                </a:lnTo>
                <a:lnTo>
                  <a:pt x="82450" y="52705"/>
                </a:lnTo>
                <a:lnTo>
                  <a:pt x="129920" y="25019"/>
                </a:lnTo>
                <a:lnTo>
                  <a:pt x="132206" y="16256"/>
                </a:lnTo>
                <a:lnTo>
                  <a:pt x="128142" y="9271"/>
                </a:lnTo>
                <a:lnTo>
                  <a:pt x="124206" y="2412"/>
                </a:lnTo>
                <a:lnTo>
                  <a:pt x="115315" y="0"/>
                </a:lnTo>
                <a:close/>
              </a:path>
              <a:path w="2362835" h="135889">
                <a:moveTo>
                  <a:pt x="2304941" y="68739"/>
                </a:moveTo>
                <a:lnTo>
                  <a:pt x="2280175" y="83149"/>
                </a:lnTo>
                <a:lnTo>
                  <a:pt x="2333625" y="83185"/>
                </a:lnTo>
                <a:lnTo>
                  <a:pt x="2333625" y="81280"/>
                </a:lnTo>
                <a:lnTo>
                  <a:pt x="2326386" y="81280"/>
                </a:lnTo>
                <a:lnTo>
                  <a:pt x="2304941" y="68739"/>
                </a:lnTo>
                <a:close/>
              </a:path>
              <a:path w="2362835" h="135889">
                <a:moveTo>
                  <a:pt x="82389" y="52740"/>
                </a:moveTo>
                <a:lnTo>
                  <a:pt x="57514" y="67247"/>
                </a:lnTo>
                <a:lnTo>
                  <a:pt x="82284" y="81696"/>
                </a:lnTo>
                <a:lnTo>
                  <a:pt x="2280175" y="83149"/>
                </a:lnTo>
                <a:lnTo>
                  <a:pt x="2304941" y="68739"/>
                </a:lnTo>
                <a:lnTo>
                  <a:pt x="2280068" y="54193"/>
                </a:lnTo>
                <a:lnTo>
                  <a:pt x="82389" y="52740"/>
                </a:lnTo>
                <a:close/>
              </a:path>
              <a:path w="2362835" h="135889">
                <a:moveTo>
                  <a:pt x="28828" y="52705"/>
                </a:moveTo>
                <a:lnTo>
                  <a:pt x="28828" y="81661"/>
                </a:lnTo>
                <a:lnTo>
                  <a:pt x="82284" y="81696"/>
                </a:lnTo>
                <a:lnTo>
                  <a:pt x="78957" y="79756"/>
                </a:lnTo>
                <a:lnTo>
                  <a:pt x="36067" y="79756"/>
                </a:lnTo>
                <a:lnTo>
                  <a:pt x="36067" y="54737"/>
                </a:lnTo>
                <a:lnTo>
                  <a:pt x="78966" y="54737"/>
                </a:lnTo>
                <a:lnTo>
                  <a:pt x="82389" y="52740"/>
                </a:lnTo>
                <a:lnTo>
                  <a:pt x="28828" y="52705"/>
                </a:lnTo>
                <a:close/>
              </a:path>
              <a:path w="2362835" h="135889">
                <a:moveTo>
                  <a:pt x="2326386" y="56261"/>
                </a:moveTo>
                <a:lnTo>
                  <a:pt x="2304941" y="68739"/>
                </a:lnTo>
                <a:lnTo>
                  <a:pt x="2326386" y="81280"/>
                </a:lnTo>
                <a:lnTo>
                  <a:pt x="2326386" y="56261"/>
                </a:lnTo>
                <a:close/>
              </a:path>
              <a:path w="2362835" h="135889">
                <a:moveTo>
                  <a:pt x="2333625" y="56261"/>
                </a:moveTo>
                <a:lnTo>
                  <a:pt x="2326386" y="56261"/>
                </a:lnTo>
                <a:lnTo>
                  <a:pt x="2326386" y="81280"/>
                </a:lnTo>
                <a:lnTo>
                  <a:pt x="2333625" y="81280"/>
                </a:lnTo>
                <a:lnTo>
                  <a:pt x="2333625" y="56261"/>
                </a:lnTo>
                <a:close/>
              </a:path>
              <a:path w="2362835" h="135889">
                <a:moveTo>
                  <a:pt x="36067" y="54737"/>
                </a:moveTo>
                <a:lnTo>
                  <a:pt x="36067" y="79756"/>
                </a:lnTo>
                <a:lnTo>
                  <a:pt x="57514" y="67247"/>
                </a:lnTo>
                <a:lnTo>
                  <a:pt x="36067" y="54737"/>
                </a:lnTo>
                <a:close/>
              </a:path>
              <a:path w="2362835" h="135889">
                <a:moveTo>
                  <a:pt x="57514" y="67247"/>
                </a:moveTo>
                <a:lnTo>
                  <a:pt x="36067" y="79756"/>
                </a:lnTo>
                <a:lnTo>
                  <a:pt x="78957" y="79756"/>
                </a:lnTo>
                <a:lnTo>
                  <a:pt x="57514" y="67247"/>
                </a:lnTo>
                <a:close/>
              </a:path>
              <a:path w="2362835" h="135889">
                <a:moveTo>
                  <a:pt x="2280068" y="54193"/>
                </a:moveTo>
                <a:lnTo>
                  <a:pt x="2304941" y="68739"/>
                </a:lnTo>
                <a:lnTo>
                  <a:pt x="2326386" y="56261"/>
                </a:lnTo>
                <a:lnTo>
                  <a:pt x="2333625" y="56261"/>
                </a:lnTo>
                <a:lnTo>
                  <a:pt x="2333625" y="54229"/>
                </a:lnTo>
                <a:lnTo>
                  <a:pt x="2280068" y="54193"/>
                </a:lnTo>
                <a:close/>
              </a:path>
              <a:path w="2362835" h="135889">
                <a:moveTo>
                  <a:pt x="78966" y="54737"/>
                </a:moveTo>
                <a:lnTo>
                  <a:pt x="36067" y="54737"/>
                </a:lnTo>
                <a:lnTo>
                  <a:pt x="57514" y="67247"/>
                </a:lnTo>
                <a:lnTo>
                  <a:pt x="78966" y="54737"/>
                </a:lnTo>
                <a:close/>
              </a:path>
              <a:path w="2362835" h="135889">
                <a:moveTo>
                  <a:pt x="82450" y="52705"/>
                </a:moveTo>
                <a:lnTo>
                  <a:pt x="28828" y="52705"/>
                </a:lnTo>
                <a:lnTo>
                  <a:pt x="82389" y="52740"/>
                </a:lnTo>
                <a:close/>
              </a:path>
            </a:pathLst>
          </a:custGeom>
          <a:solidFill>
            <a:srgbClr val="FFFFFF"/>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197" name="object 4"/>
          <p:cNvSpPr/>
          <p:nvPr/>
        </p:nvSpPr>
        <p:spPr>
          <a:xfrm>
            <a:off x="4572720" y="1533600"/>
            <a:ext cx="4191120" cy="135360"/>
          </a:xfrm>
          <a:custGeom>
            <a:avLst/>
            <a:gdLst>
              <a:gd name="textAreaLeft" fmla="*/ 0 w 4191120"/>
              <a:gd name="textAreaRight" fmla="*/ 4191480 w 4191120"/>
              <a:gd name="textAreaTop" fmla="*/ 0 h 135360"/>
              <a:gd name="textAreaBottom" fmla="*/ 135720 h 135360"/>
            </a:gdLst>
            <a:ahLst/>
            <a:cxnLst/>
            <a:rect l="textAreaLeft" t="textAreaTop" r="textAreaRight" b="textAreaBottom"/>
            <a:pathLst>
              <a:path w="4191634" h="135889">
                <a:moveTo>
                  <a:pt x="4076065" y="1524"/>
                </a:moveTo>
                <a:lnTo>
                  <a:pt x="4067174" y="3810"/>
                </a:lnTo>
                <a:lnTo>
                  <a:pt x="4063111" y="10795"/>
                </a:lnTo>
                <a:lnTo>
                  <a:pt x="4059046" y="17653"/>
                </a:lnTo>
                <a:lnTo>
                  <a:pt x="4061460" y="26543"/>
                </a:lnTo>
                <a:lnTo>
                  <a:pt x="4108778" y="54209"/>
                </a:lnTo>
                <a:lnTo>
                  <a:pt x="4162551" y="54229"/>
                </a:lnTo>
                <a:lnTo>
                  <a:pt x="4162424" y="83185"/>
                </a:lnTo>
                <a:lnTo>
                  <a:pt x="4109030" y="83185"/>
                </a:lnTo>
                <a:lnTo>
                  <a:pt x="4068317" y="106934"/>
                </a:lnTo>
                <a:lnTo>
                  <a:pt x="4061333" y="110871"/>
                </a:lnTo>
                <a:lnTo>
                  <a:pt x="4059046" y="119761"/>
                </a:lnTo>
                <a:lnTo>
                  <a:pt x="4063111" y="126746"/>
                </a:lnTo>
                <a:lnTo>
                  <a:pt x="4067047" y="133604"/>
                </a:lnTo>
                <a:lnTo>
                  <a:pt x="4075938" y="135890"/>
                </a:lnTo>
                <a:lnTo>
                  <a:pt x="4082922" y="131953"/>
                </a:lnTo>
                <a:lnTo>
                  <a:pt x="4166455" y="83185"/>
                </a:lnTo>
                <a:lnTo>
                  <a:pt x="4162424" y="83185"/>
                </a:lnTo>
                <a:lnTo>
                  <a:pt x="4166489" y="83165"/>
                </a:lnTo>
                <a:lnTo>
                  <a:pt x="4191254" y="68707"/>
                </a:lnTo>
                <a:lnTo>
                  <a:pt x="4163789" y="52705"/>
                </a:lnTo>
                <a:lnTo>
                  <a:pt x="4076065" y="1524"/>
                </a:lnTo>
                <a:close/>
              </a:path>
              <a:path w="4191634" h="135889">
                <a:moveTo>
                  <a:pt x="115315" y="0"/>
                </a:moveTo>
                <a:lnTo>
                  <a:pt x="0" y="67183"/>
                </a:lnTo>
                <a:lnTo>
                  <a:pt x="115188" y="134493"/>
                </a:lnTo>
                <a:lnTo>
                  <a:pt x="124078" y="132080"/>
                </a:lnTo>
                <a:lnTo>
                  <a:pt x="128142" y="125222"/>
                </a:lnTo>
                <a:lnTo>
                  <a:pt x="132206" y="118237"/>
                </a:lnTo>
                <a:lnTo>
                  <a:pt x="129793" y="109474"/>
                </a:lnTo>
                <a:lnTo>
                  <a:pt x="82257" y="81680"/>
                </a:lnTo>
                <a:lnTo>
                  <a:pt x="28701" y="81661"/>
                </a:lnTo>
                <a:lnTo>
                  <a:pt x="28828" y="52705"/>
                </a:lnTo>
                <a:lnTo>
                  <a:pt x="82450" y="52705"/>
                </a:lnTo>
                <a:lnTo>
                  <a:pt x="129920" y="25019"/>
                </a:lnTo>
                <a:lnTo>
                  <a:pt x="132206" y="16129"/>
                </a:lnTo>
                <a:lnTo>
                  <a:pt x="128142" y="9271"/>
                </a:lnTo>
                <a:lnTo>
                  <a:pt x="124205" y="2412"/>
                </a:lnTo>
                <a:lnTo>
                  <a:pt x="115315" y="0"/>
                </a:lnTo>
                <a:close/>
              </a:path>
              <a:path w="4191634" h="135889">
                <a:moveTo>
                  <a:pt x="4133741" y="68770"/>
                </a:moveTo>
                <a:lnTo>
                  <a:pt x="4109064" y="83165"/>
                </a:lnTo>
                <a:lnTo>
                  <a:pt x="4162424" y="83185"/>
                </a:lnTo>
                <a:lnTo>
                  <a:pt x="4162433" y="81280"/>
                </a:lnTo>
                <a:lnTo>
                  <a:pt x="4155186" y="81280"/>
                </a:lnTo>
                <a:lnTo>
                  <a:pt x="4133741" y="68770"/>
                </a:lnTo>
                <a:close/>
              </a:path>
              <a:path w="4191634" h="135889">
                <a:moveTo>
                  <a:pt x="82416" y="52724"/>
                </a:moveTo>
                <a:lnTo>
                  <a:pt x="57514" y="67247"/>
                </a:lnTo>
                <a:lnTo>
                  <a:pt x="82257" y="81680"/>
                </a:lnTo>
                <a:lnTo>
                  <a:pt x="4109064" y="83165"/>
                </a:lnTo>
                <a:lnTo>
                  <a:pt x="4133741" y="68770"/>
                </a:lnTo>
                <a:lnTo>
                  <a:pt x="4108778" y="54209"/>
                </a:lnTo>
                <a:lnTo>
                  <a:pt x="82416" y="52724"/>
                </a:lnTo>
                <a:close/>
              </a:path>
              <a:path w="4191634" h="135889">
                <a:moveTo>
                  <a:pt x="28828" y="52705"/>
                </a:moveTo>
                <a:lnTo>
                  <a:pt x="28701" y="81661"/>
                </a:lnTo>
                <a:lnTo>
                  <a:pt x="82257" y="81680"/>
                </a:lnTo>
                <a:lnTo>
                  <a:pt x="78957" y="79756"/>
                </a:lnTo>
                <a:lnTo>
                  <a:pt x="36067" y="79756"/>
                </a:lnTo>
                <a:lnTo>
                  <a:pt x="36067" y="54737"/>
                </a:lnTo>
                <a:lnTo>
                  <a:pt x="78966" y="54737"/>
                </a:lnTo>
                <a:lnTo>
                  <a:pt x="82416" y="52724"/>
                </a:lnTo>
                <a:lnTo>
                  <a:pt x="28828" y="52705"/>
                </a:lnTo>
                <a:close/>
              </a:path>
              <a:path w="4191634" h="135889">
                <a:moveTo>
                  <a:pt x="4155186" y="56261"/>
                </a:moveTo>
                <a:lnTo>
                  <a:pt x="4133741" y="68770"/>
                </a:lnTo>
                <a:lnTo>
                  <a:pt x="4155186" y="81280"/>
                </a:lnTo>
                <a:lnTo>
                  <a:pt x="4155186" y="56261"/>
                </a:lnTo>
                <a:close/>
              </a:path>
              <a:path w="4191634" h="135889">
                <a:moveTo>
                  <a:pt x="4162543" y="56261"/>
                </a:moveTo>
                <a:lnTo>
                  <a:pt x="4155186" y="56261"/>
                </a:lnTo>
                <a:lnTo>
                  <a:pt x="4155186" y="81280"/>
                </a:lnTo>
                <a:lnTo>
                  <a:pt x="4162433" y="81280"/>
                </a:lnTo>
                <a:lnTo>
                  <a:pt x="4162543" y="56261"/>
                </a:lnTo>
                <a:close/>
              </a:path>
              <a:path w="4191634" h="135889">
                <a:moveTo>
                  <a:pt x="36067" y="54737"/>
                </a:moveTo>
                <a:lnTo>
                  <a:pt x="36067" y="79756"/>
                </a:lnTo>
                <a:lnTo>
                  <a:pt x="57514" y="67247"/>
                </a:lnTo>
                <a:lnTo>
                  <a:pt x="36067" y="54737"/>
                </a:lnTo>
                <a:close/>
              </a:path>
              <a:path w="4191634" h="135889">
                <a:moveTo>
                  <a:pt x="57514" y="67247"/>
                </a:moveTo>
                <a:lnTo>
                  <a:pt x="36067" y="79756"/>
                </a:lnTo>
                <a:lnTo>
                  <a:pt x="78957" y="79756"/>
                </a:lnTo>
                <a:lnTo>
                  <a:pt x="57514" y="67247"/>
                </a:lnTo>
                <a:close/>
              </a:path>
              <a:path w="4191634" h="135889">
                <a:moveTo>
                  <a:pt x="4108778" y="54209"/>
                </a:moveTo>
                <a:lnTo>
                  <a:pt x="4133741" y="68770"/>
                </a:lnTo>
                <a:lnTo>
                  <a:pt x="4155186" y="56261"/>
                </a:lnTo>
                <a:lnTo>
                  <a:pt x="4162543" y="56261"/>
                </a:lnTo>
                <a:lnTo>
                  <a:pt x="4162551" y="54229"/>
                </a:lnTo>
                <a:lnTo>
                  <a:pt x="4108778" y="54209"/>
                </a:lnTo>
                <a:close/>
              </a:path>
              <a:path w="4191634" h="135889">
                <a:moveTo>
                  <a:pt x="78966" y="54737"/>
                </a:moveTo>
                <a:lnTo>
                  <a:pt x="36067" y="54737"/>
                </a:lnTo>
                <a:lnTo>
                  <a:pt x="57514" y="67247"/>
                </a:lnTo>
                <a:lnTo>
                  <a:pt x="78966" y="54737"/>
                </a:lnTo>
                <a:close/>
              </a:path>
              <a:path w="4191634" h="135889">
                <a:moveTo>
                  <a:pt x="82450" y="52705"/>
                </a:moveTo>
                <a:lnTo>
                  <a:pt x="28828" y="52705"/>
                </a:lnTo>
                <a:lnTo>
                  <a:pt x="82416" y="52724"/>
                </a:lnTo>
                <a:close/>
              </a:path>
            </a:pathLst>
          </a:custGeom>
          <a:solidFill>
            <a:srgbClr val="FFFFFF"/>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graphicFrame>
        <p:nvGraphicFramePr>
          <p:cNvPr id="198" name="object 5"/>
          <p:cNvGraphicFramePr/>
          <p:nvPr/>
        </p:nvGraphicFramePr>
        <p:xfrm>
          <a:off x="595800" y="1738800"/>
          <a:ext cx="8152920" cy="533160"/>
        </p:xfrm>
        <a:graphic>
          <a:graphicData uri="http://schemas.openxmlformats.org/drawingml/2006/table">
            <a:tbl>
              <a:tblPr/>
              <a:tblGrid>
                <a:gridCol w="1371600"/>
                <a:gridCol w="1242000"/>
                <a:gridCol w="1272240"/>
                <a:gridCol w="1447560"/>
                <a:gridCol w="1371600"/>
                <a:gridCol w="1447560"/>
              </a:tblGrid>
              <a:tr h="533160">
                <a:tc>
                  <a:txBody>
                    <a:bodyPr lIns="0" tIns="0" rIns="0" bIns="0" anchor="t">
                      <a:noAutofit/>
                    </a:bodyPr>
                    <a:p>
                      <a:pPr marL="65520" algn="ctr">
                        <a:lnSpc>
                          <a:spcPts val="3271"/>
                        </a:lnSpc>
                      </a:pPr>
                      <a:r>
                        <a:rPr lang="en-US" sz="2800" b="0" u="none" strike="noStrike">
                          <a:solidFill>
                            <a:schemeClr val="dk1"/>
                          </a:solidFill>
                          <a:effectLst/>
                          <a:uFillTx/>
                          <a:latin typeface="Arial"/>
                        </a:rPr>
                        <a:t>i</a:t>
                      </a:r>
                      <a:endParaRPr lang="en-US" sz="2800" b="0" u="none" strike="noStrike">
                        <a:solidFill>
                          <a:srgbClr val="000000"/>
                        </a:solidFill>
                        <a:effectLst/>
                        <a:uFillTx/>
                        <a:latin typeface="Arial"/>
                      </a:endParaRPr>
                    </a:p>
                  </a:txBody>
                  <a:tcPr anchor="t" marL="0" marR="0" marT="0" marB="0">
                    <a:lnL w="38160">
                      <a:solidFill>
                        <a:srgbClr val="000413"/>
                      </a:solidFill>
                      <a:prstDash val="solid"/>
                    </a:lnL>
                    <a:lnR w="38160">
                      <a:solidFill>
                        <a:srgbClr val="000413"/>
                      </a:solidFill>
                      <a:prstDash val="solid"/>
                    </a:lnR>
                    <a:lnT w="38160">
                      <a:solidFill>
                        <a:srgbClr val="000413"/>
                      </a:solidFill>
                      <a:prstDash val="solid"/>
                    </a:lnT>
                    <a:lnB w="38160">
                      <a:solidFill>
                        <a:srgbClr val="000413"/>
                      </a:solidFill>
                      <a:prstDash val="solid"/>
                    </a:lnB>
                    <a:solidFill>
                      <a:srgbClr val="BEBEBE"/>
                    </a:solidFill>
                  </a:tcPr>
                </a:tc>
                <a:tc>
                  <a:txBody>
                    <a:bodyPr lIns="0" tIns="0" rIns="0" bIns="0" anchor="t">
                      <a:noAutofit/>
                    </a:bodyPr>
                    <a:p>
                      <a:pPr marL="43200" algn="ctr">
                        <a:lnSpc>
                          <a:spcPts val="3226"/>
                        </a:lnSpc>
                      </a:pPr>
                      <a:r>
                        <a:rPr lang="en-US" sz="2800" b="0" u="none" strike="noStrike">
                          <a:solidFill>
                            <a:srgbClr val="000413"/>
                          </a:solidFill>
                          <a:effectLst/>
                          <a:uFillTx/>
                          <a:latin typeface="Arial"/>
                        </a:rPr>
                        <a:t>p</a:t>
                      </a:r>
                      <a:endParaRPr lang="en-US" sz="2800" b="0" u="none" strike="noStrike">
                        <a:solidFill>
                          <a:srgbClr val="000000"/>
                        </a:solidFill>
                        <a:effectLst/>
                        <a:uFillTx/>
                        <a:latin typeface="Arial"/>
                      </a:endParaRPr>
                    </a:p>
                  </a:txBody>
                  <a:tcPr anchor="t" marL="0" marR="0" marT="0" marB="0">
                    <a:lnL w="38160">
                      <a:solidFill>
                        <a:srgbClr val="000413"/>
                      </a:solidFill>
                      <a:prstDash val="solid"/>
                    </a:lnL>
                    <a:lnR w="38160">
                      <a:solidFill>
                        <a:srgbClr val="000413"/>
                      </a:solidFill>
                      <a:prstDash val="solid"/>
                    </a:lnR>
                    <a:lnT w="38160">
                      <a:solidFill>
                        <a:srgbClr val="000413"/>
                      </a:solidFill>
                      <a:prstDash val="solid"/>
                    </a:lnT>
                    <a:lnB w="38160">
                      <a:solidFill>
                        <a:srgbClr val="000413"/>
                      </a:solidFill>
                      <a:prstDash val="solid"/>
                    </a:lnB>
                    <a:solidFill>
                      <a:srgbClr val="BEBEBE"/>
                    </a:solidFill>
                  </a:tcPr>
                </a:tc>
                <a:tc>
                  <a:txBody>
                    <a:bodyPr lIns="0" tIns="0" rIns="0" bIns="0" anchor="t">
                      <a:noAutofit/>
                    </a:bodyPr>
                    <a:p>
                      <a:pPr algn="ctr">
                        <a:lnSpc>
                          <a:spcPts val="3226"/>
                        </a:lnSpc>
                      </a:pPr>
                      <a:r>
                        <a:rPr lang="en-US" sz="2800" b="0" u="none" strike="noStrike">
                          <a:solidFill>
                            <a:srgbClr val="000413"/>
                          </a:solidFill>
                          <a:effectLst/>
                          <a:uFillTx/>
                          <a:latin typeface="Arial"/>
                        </a:rPr>
                        <a:t>o</a:t>
                      </a:r>
                      <a:endParaRPr lang="en-US" sz="2800" b="0" u="none" strike="noStrike">
                        <a:solidFill>
                          <a:srgbClr val="000000"/>
                        </a:solidFill>
                        <a:effectLst/>
                        <a:uFillTx/>
                        <a:latin typeface="Arial"/>
                      </a:endParaRPr>
                    </a:p>
                  </a:txBody>
                  <a:tcPr anchor="t" marL="0" marR="0" marT="0" marB="0">
                    <a:lnL w="38160">
                      <a:solidFill>
                        <a:srgbClr val="000413"/>
                      </a:solidFill>
                      <a:prstDash val="solid"/>
                    </a:lnL>
                    <a:lnR w="38160">
                      <a:solidFill>
                        <a:srgbClr val="000413"/>
                      </a:solidFill>
                      <a:prstDash val="solid"/>
                    </a:lnR>
                    <a:lnT w="38160">
                      <a:solidFill>
                        <a:srgbClr val="000413"/>
                      </a:solidFill>
                      <a:prstDash val="solid"/>
                    </a:lnT>
                    <a:lnB w="38160">
                      <a:solidFill>
                        <a:srgbClr val="000413"/>
                      </a:solidFill>
                      <a:prstDash val="solid"/>
                    </a:lnB>
                    <a:solidFill>
                      <a:srgbClr val="BEBEBE"/>
                    </a:solidFill>
                  </a:tcPr>
                </a:tc>
                <a:tc>
                  <a:txBody>
                    <a:bodyPr lIns="0" tIns="0" rIns="0" bIns="0" anchor="t">
                      <a:noAutofit/>
                    </a:bodyPr>
                    <a:p>
                      <a:pPr marL="144720" algn="ctr">
                        <a:lnSpc>
                          <a:spcPts val="3271"/>
                        </a:lnSpc>
                      </a:pPr>
                      <a:r>
                        <a:rPr lang="en-US" sz="2800" b="0" u="none" strike="noStrike">
                          <a:solidFill>
                            <a:srgbClr val="000413"/>
                          </a:solidFill>
                          <a:effectLst/>
                          <a:uFillTx/>
                          <a:latin typeface="Arial"/>
                        </a:rPr>
                        <a:t>z</a:t>
                      </a:r>
                      <a:endParaRPr lang="en-US" sz="2800" b="0" u="none" strike="noStrike">
                        <a:solidFill>
                          <a:srgbClr val="000000"/>
                        </a:solidFill>
                        <a:effectLst/>
                        <a:uFillTx/>
                        <a:latin typeface="Arial"/>
                      </a:endParaRPr>
                    </a:p>
                  </a:txBody>
                  <a:tcPr anchor="t" marL="0" marR="0" marT="0" marB="0">
                    <a:lnL w="38160">
                      <a:solidFill>
                        <a:srgbClr val="000413"/>
                      </a:solidFill>
                      <a:prstDash val="solid"/>
                    </a:lnL>
                    <a:lnR w="38160">
                      <a:solidFill>
                        <a:srgbClr val="000413"/>
                      </a:solidFill>
                      <a:prstDash val="solid"/>
                    </a:lnR>
                    <a:lnT w="38160">
                      <a:solidFill>
                        <a:srgbClr val="000413"/>
                      </a:solidFill>
                      <a:prstDash val="solid"/>
                    </a:lnT>
                    <a:lnB w="38160">
                      <a:solidFill>
                        <a:srgbClr val="000413"/>
                      </a:solidFill>
                      <a:prstDash val="solid"/>
                    </a:lnB>
                    <a:solidFill>
                      <a:srgbClr val="BEBEBE"/>
                    </a:solidFill>
                  </a:tcPr>
                </a:tc>
                <a:tc>
                  <a:txBody>
                    <a:bodyPr lIns="0" tIns="0" rIns="0" bIns="0" anchor="t">
                      <a:noAutofit/>
                    </a:bodyPr>
                    <a:p>
                      <a:pPr marL="68760" algn="ctr">
                        <a:lnSpc>
                          <a:spcPts val="3226"/>
                        </a:lnSpc>
                      </a:pPr>
                      <a:r>
                        <a:rPr lang="en-US" sz="2800" b="0" u="none" strike="noStrike">
                          <a:solidFill>
                            <a:srgbClr val="000413"/>
                          </a:solidFill>
                          <a:effectLst/>
                          <a:uFillTx/>
                          <a:latin typeface="Arial"/>
                        </a:rPr>
                        <a:t>y</a:t>
                      </a:r>
                      <a:endParaRPr lang="en-US" sz="2800" b="0" u="none" strike="noStrike">
                        <a:solidFill>
                          <a:srgbClr val="000000"/>
                        </a:solidFill>
                        <a:effectLst/>
                        <a:uFillTx/>
                        <a:latin typeface="Arial"/>
                      </a:endParaRPr>
                    </a:p>
                  </a:txBody>
                  <a:tcPr anchor="t" marL="0" marR="0" marT="0" marB="0">
                    <a:lnL w="38160">
                      <a:solidFill>
                        <a:srgbClr val="000413"/>
                      </a:solidFill>
                      <a:prstDash val="solid"/>
                    </a:lnL>
                    <a:lnR w="38160">
                      <a:solidFill>
                        <a:srgbClr val="000413"/>
                      </a:solidFill>
                      <a:prstDash val="solid"/>
                    </a:lnR>
                    <a:lnT w="38160">
                      <a:solidFill>
                        <a:srgbClr val="000413"/>
                      </a:solidFill>
                      <a:prstDash val="solid"/>
                    </a:lnT>
                    <a:lnB w="38160">
                      <a:solidFill>
                        <a:srgbClr val="000413"/>
                      </a:solidFill>
                      <a:prstDash val="solid"/>
                    </a:lnB>
                    <a:solidFill>
                      <a:srgbClr val="BEBEBE"/>
                    </a:solidFill>
                  </a:tcPr>
                </a:tc>
                <a:tc>
                  <a:txBody>
                    <a:bodyPr lIns="0" tIns="0" rIns="0" bIns="0" anchor="t">
                      <a:noAutofit/>
                    </a:bodyPr>
                    <a:p>
                      <a:pPr algn="ctr">
                        <a:lnSpc>
                          <a:spcPts val="3226"/>
                        </a:lnSpc>
                      </a:pPr>
                      <a:r>
                        <a:rPr lang="en-US" sz="2800" b="0" u="none" strike="noStrike">
                          <a:solidFill>
                            <a:srgbClr val="000413"/>
                          </a:solidFill>
                          <a:effectLst/>
                          <a:uFillTx/>
                          <a:latin typeface="Arial"/>
                        </a:rPr>
                        <a:t>a</a:t>
                      </a:r>
                      <a:endParaRPr lang="en-US" sz="2800" b="0" u="none" strike="noStrike">
                        <a:solidFill>
                          <a:srgbClr val="000000"/>
                        </a:solidFill>
                        <a:effectLst/>
                        <a:uFillTx/>
                        <a:latin typeface="Arial"/>
                      </a:endParaRPr>
                    </a:p>
                  </a:txBody>
                  <a:tcPr anchor="t" marL="0" marR="0" marT="0" marB="0">
                    <a:lnL w="38160">
                      <a:solidFill>
                        <a:srgbClr val="000413"/>
                      </a:solidFill>
                      <a:prstDash val="solid"/>
                    </a:lnL>
                    <a:lnR w="38160">
                      <a:solidFill>
                        <a:srgbClr val="000413"/>
                      </a:solidFill>
                      <a:prstDash val="solid"/>
                    </a:lnR>
                    <a:lnT w="38160">
                      <a:solidFill>
                        <a:srgbClr val="000413"/>
                      </a:solidFill>
                      <a:prstDash val="solid"/>
                    </a:lnT>
                    <a:lnB w="38160">
                      <a:solidFill>
                        <a:srgbClr val="000413"/>
                      </a:solidFill>
                      <a:prstDash val="solid"/>
                    </a:lnB>
                    <a:solidFill>
                      <a:srgbClr val="BEBEBE"/>
                    </a:solidFill>
                  </a:tcPr>
                </a:tc>
              </a:tr>
            </a:tbl>
          </a:graphicData>
        </a:graphic>
      </p:graphicFrame>
      <p:sp>
        <p:nvSpPr>
          <p:cNvPr id="199" name="object 6"/>
          <p:cNvSpPr/>
          <p:nvPr/>
        </p:nvSpPr>
        <p:spPr>
          <a:xfrm>
            <a:off x="636120" y="731520"/>
            <a:ext cx="1421640" cy="583920"/>
          </a:xfrm>
          <a:prstGeom prst="rect">
            <a:avLst/>
          </a:prstGeom>
          <a:noFill/>
          <a:ln w="0">
            <a:noFill/>
          </a:ln>
        </p:spPr>
        <p:style>
          <a:lnRef idx="0"/>
          <a:fillRef idx="0"/>
          <a:effectRef idx="0"/>
          <a:fontRef idx="minor"/>
        </p:style>
        <p:txBody>
          <a:bodyPr lIns="0" tIns="64800" rIns="0" bIns="0" anchor="t">
            <a:spAutoFit/>
          </a:bodyPr>
          <a:p>
            <a:pPr marL="344880" indent="-332640" defTabSz="914400">
              <a:lnSpc>
                <a:spcPts val="1990"/>
              </a:lnSpc>
              <a:spcBef>
                <a:spcPts val="510"/>
              </a:spcBef>
              <a:tabLst>
                <a:tab pos="0" algn="l"/>
              </a:tabLst>
            </a:pPr>
            <a:r>
              <a:rPr lang="en-US" sz="2000" b="1" u="none" strike="noStrike">
                <a:solidFill>
                  <a:schemeClr val="dk1"/>
                </a:solidFill>
                <a:effectLst/>
                <a:uFillTx/>
                <a:latin typeface="Arial"/>
              </a:rPr>
              <a:t>Regulatory  gene</a:t>
            </a:r>
            <a:endParaRPr lang="en-US" sz="2000" b="0" u="none" strike="noStrike">
              <a:solidFill>
                <a:srgbClr val="000000"/>
              </a:solidFill>
              <a:effectLst/>
              <a:uFillTx/>
              <a:latin typeface="Arial"/>
            </a:endParaRPr>
          </a:p>
        </p:txBody>
      </p:sp>
      <p:sp>
        <p:nvSpPr>
          <p:cNvPr id="200" name="PlaceHolder 1"/>
          <p:cNvSpPr>
            <a:spLocks noGrp="1"/>
          </p:cNvSpPr>
          <p:nvPr>
            <p:ph type="title"/>
          </p:nvPr>
        </p:nvSpPr>
        <p:spPr>
          <a:xfrm>
            <a:off x="2722320" y="-602280"/>
            <a:ext cx="1034280" cy="3136680"/>
          </a:xfrm>
          <a:prstGeom prst="rect">
            <a:avLst/>
          </a:prstGeom>
          <a:noFill/>
          <a:ln w="0">
            <a:noFill/>
          </a:ln>
        </p:spPr>
        <p:txBody>
          <a:bodyPr lIns="0" tIns="13320" rIns="0" bIns="0" anchor="ctr">
            <a:spAutoFit/>
          </a:bodyPr>
          <a:p>
            <a:pPr indent="0" algn="ctr">
              <a:lnSpc>
                <a:spcPts val="2200"/>
              </a:lnSpc>
              <a:spcBef>
                <a:spcPts val="105"/>
              </a:spcBef>
              <a:buNone/>
            </a:pPr>
            <a:r>
              <a:rPr lang="en-US" sz="2000" b="1" u="none" strike="noStrike">
                <a:solidFill>
                  <a:schemeClr val="dk1"/>
                </a:solidFill>
                <a:effectLst/>
                <a:uFillTx/>
                <a:latin typeface="Arial"/>
              </a:rPr>
              <a:t>Control</a:t>
            </a:r>
            <a:endParaRPr lang="en-US" sz="2000" b="1" u="none" strike="noStrike">
              <a:solidFill>
                <a:schemeClr val="dk2"/>
              </a:solidFill>
              <a:effectLst/>
              <a:uFillTx/>
              <a:latin typeface="Lucida Sans Unicode"/>
            </a:endParaRPr>
          </a:p>
          <a:p>
            <a:pPr indent="0" algn="ctr">
              <a:lnSpc>
                <a:spcPts val="2200"/>
              </a:lnSpc>
              <a:buNone/>
            </a:pPr>
            <a:r>
              <a:rPr lang="en-US" sz="2000" b="1" u="none" strike="noStrike">
                <a:solidFill>
                  <a:schemeClr val="dk1"/>
                </a:solidFill>
                <a:effectLst/>
                <a:uFillTx/>
                <a:latin typeface="Arial"/>
              </a:rPr>
              <a:t>sites</a:t>
            </a:r>
            <a:endParaRPr lang="en-US" sz="2000" b="1" u="none" strike="noStrike">
              <a:solidFill>
                <a:schemeClr val="dk2"/>
              </a:solidFill>
              <a:effectLst/>
              <a:uFillTx/>
              <a:latin typeface="Lucida Sans Unicode"/>
            </a:endParaRPr>
          </a:p>
        </p:txBody>
      </p:sp>
      <p:sp>
        <p:nvSpPr>
          <p:cNvPr id="201" name="object 8"/>
          <p:cNvSpPr/>
          <p:nvPr/>
        </p:nvSpPr>
        <p:spPr>
          <a:xfrm>
            <a:off x="6111000" y="842400"/>
            <a:ext cx="1485000" cy="583920"/>
          </a:xfrm>
          <a:prstGeom prst="rect">
            <a:avLst/>
          </a:prstGeom>
          <a:noFill/>
          <a:ln w="0">
            <a:noFill/>
          </a:ln>
        </p:spPr>
        <p:style>
          <a:lnRef idx="0"/>
          <a:fillRef idx="0"/>
          <a:effectRef idx="0"/>
          <a:fontRef idx="minor"/>
        </p:style>
        <p:txBody>
          <a:bodyPr lIns="0" tIns="64800" rIns="0" bIns="0" anchor="t">
            <a:spAutoFit/>
          </a:bodyPr>
          <a:p>
            <a:pPr marL="210960" indent="-198000" defTabSz="914400">
              <a:lnSpc>
                <a:spcPts val="1990"/>
              </a:lnSpc>
              <a:spcBef>
                <a:spcPts val="510"/>
              </a:spcBef>
              <a:tabLst>
                <a:tab pos="0" algn="l"/>
              </a:tabLst>
            </a:pPr>
            <a:r>
              <a:rPr lang="en-US" sz="2000" b="1" u="none" strike="noStrike">
                <a:solidFill>
                  <a:schemeClr val="dk1"/>
                </a:solidFill>
                <a:effectLst/>
                <a:uFillTx/>
                <a:latin typeface="Arial"/>
              </a:rPr>
              <a:t>S</a:t>
            </a:r>
            <a:r>
              <a:rPr lang="en-US" sz="2000" b="1" u="none" spc="-11" strike="noStrike">
                <a:solidFill>
                  <a:schemeClr val="dk1"/>
                </a:solidFill>
                <a:effectLst/>
                <a:uFillTx/>
                <a:latin typeface="Arial"/>
              </a:rPr>
              <a:t>t</a:t>
            </a:r>
            <a:r>
              <a:rPr lang="en-US" sz="2000" b="1" u="none" strike="noStrike">
                <a:solidFill>
                  <a:schemeClr val="dk1"/>
                </a:solidFill>
                <a:effectLst/>
                <a:uFillTx/>
                <a:latin typeface="Arial"/>
              </a:rPr>
              <a:t>ructu</a:t>
            </a:r>
            <a:r>
              <a:rPr lang="en-US" sz="2000" b="1" u="none" spc="6" strike="noStrike">
                <a:solidFill>
                  <a:schemeClr val="dk1"/>
                </a:solidFill>
                <a:effectLst/>
                <a:uFillTx/>
                <a:latin typeface="Arial"/>
              </a:rPr>
              <a:t>r</a:t>
            </a:r>
            <a:r>
              <a:rPr lang="en-US" sz="2000" b="1" u="none" strike="noStrike">
                <a:solidFill>
                  <a:schemeClr val="dk1"/>
                </a:solidFill>
                <a:effectLst/>
                <a:uFillTx/>
                <a:latin typeface="Arial"/>
              </a:rPr>
              <a:t>al  genes</a:t>
            </a:r>
            <a:endParaRPr lang="en-US" sz="2000" b="0" u="none" strike="noStrike">
              <a:solidFill>
                <a:srgbClr val="000000"/>
              </a:solidFill>
              <a:effectLst/>
              <a:uFillTx/>
              <a:latin typeface="Arial"/>
            </a:endParaRPr>
          </a:p>
        </p:txBody>
      </p:sp>
      <p:sp>
        <p:nvSpPr>
          <p:cNvPr id="202" name="object 9"/>
          <p:cNvSpPr/>
          <p:nvPr/>
        </p:nvSpPr>
        <p:spPr>
          <a:xfrm>
            <a:off x="546120" y="2421000"/>
            <a:ext cx="7380720" cy="917280"/>
          </a:xfrm>
          <a:custGeom>
            <a:avLst/>
            <a:gdLst>
              <a:gd name="textAreaLeft" fmla="*/ 0 w 7380720"/>
              <a:gd name="textAreaRight" fmla="*/ 7381080 w 7380720"/>
              <a:gd name="textAreaTop" fmla="*/ 0 h 917280"/>
              <a:gd name="textAreaBottom" fmla="*/ 917640 h 917280"/>
            </a:gdLst>
            <a:ahLst/>
            <a:cxnLst/>
            <a:rect l="textAreaLeft" t="textAreaTop" r="textAreaRight" b="textAreaBottom"/>
            <a:pathLst>
              <a:path w="7967980" h="917575">
                <a:moveTo>
                  <a:pt x="7764653" y="0"/>
                </a:moveTo>
                <a:lnTo>
                  <a:pt x="202831" y="0"/>
                </a:lnTo>
                <a:lnTo>
                  <a:pt x="148908" y="5461"/>
                </a:lnTo>
                <a:lnTo>
                  <a:pt x="100456" y="20875"/>
                </a:lnTo>
                <a:lnTo>
                  <a:pt x="59405" y="44783"/>
                </a:lnTo>
                <a:lnTo>
                  <a:pt x="27691" y="75729"/>
                </a:lnTo>
                <a:lnTo>
                  <a:pt x="7244" y="112256"/>
                </a:lnTo>
                <a:lnTo>
                  <a:pt x="0" y="152908"/>
                </a:lnTo>
                <a:lnTo>
                  <a:pt x="0" y="764540"/>
                </a:lnTo>
                <a:lnTo>
                  <a:pt x="7244" y="805191"/>
                </a:lnTo>
                <a:lnTo>
                  <a:pt x="27691" y="841718"/>
                </a:lnTo>
                <a:lnTo>
                  <a:pt x="59405" y="872664"/>
                </a:lnTo>
                <a:lnTo>
                  <a:pt x="100456" y="896572"/>
                </a:lnTo>
                <a:lnTo>
                  <a:pt x="148908" y="911986"/>
                </a:lnTo>
                <a:lnTo>
                  <a:pt x="202831" y="917448"/>
                </a:lnTo>
                <a:lnTo>
                  <a:pt x="7764653" y="917448"/>
                </a:lnTo>
                <a:lnTo>
                  <a:pt x="7818570" y="911986"/>
                </a:lnTo>
                <a:lnTo>
                  <a:pt x="7867019" y="896572"/>
                </a:lnTo>
                <a:lnTo>
                  <a:pt x="7908067" y="872664"/>
                </a:lnTo>
                <a:lnTo>
                  <a:pt x="7939781" y="841718"/>
                </a:lnTo>
                <a:lnTo>
                  <a:pt x="7960227" y="805191"/>
                </a:lnTo>
                <a:lnTo>
                  <a:pt x="7967472" y="764540"/>
                </a:lnTo>
                <a:lnTo>
                  <a:pt x="7967472" y="152908"/>
                </a:lnTo>
                <a:lnTo>
                  <a:pt x="7960227" y="112256"/>
                </a:lnTo>
                <a:lnTo>
                  <a:pt x="7939781" y="75729"/>
                </a:lnTo>
                <a:lnTo>
                  <a:pt x="7908067" y="44783"/>
                </a:lnTo>
                <a:lnTo>
                  <a:pt x="7867019" y="20875"/>
                </a:lnTo>
                <a:lnTo>
                  <a:pt x="7818570" y="5461"/>
                </a:lnTo>
                <a:lnTo>
                  <a:pt x="7764653" y="0"/>
                </a:lnTo>
                <a:close/>
              </a:path>
            </a:pathLst>
          </a:custGeom>
          <a:solidFill>
            <a:srgbClr val="000079"/>
          </a:solidFill>
          <a:ln w="0">
            <a:noFill/>
          </a:ln>
        </p:spPr>
        <p:style>
          <a:lnRef idx="0"/>
          <a:fillRef idx="0"/>
          <a:effectRef idx="0"/>
          <a:fontRef idx="minor"/>
        </p:style>
        <p:txBody>
          <a:bodyPr lIns="0" tIns="0" rIns="0" bIns="0" anchor="t">
            <a:noAutofit/>
          </a:bodyPr>
          <a:p>
            <a:pPr marL="12600" defTabSz="914400">
              <a:lnSpc>
                <a:spcPct val="100000"/>
              </a:lnSpc>
              <a:spcBef>
                <a:spcPts val="96"/>
              </a:spcBef>
              <a:tabLst>
                <a:tab pos="974880" algn="l"/>
                <a:tab pos="2355120" algn="l"/>
                <a:tab pos="2859480" algn="l"/>
                <a:tab pos="4107240" algn="l"/>
                <a:tab pos="4872960" algn="l"/>
              </a:tabLst>
            </a:pPr>
            <a:r>
              <a:rPr lang="en-GB" sz="3200" b="1" u="none" spc="-6" strike="noStrike">
                <a:solidFill>
                  <a:schemeClr val="lt1"/>
                </a:solidFill>
                <a:effectLst/>
                <a:uFillTx/>
                <a:latin typeface="Arial"/>
              </a:rPr>
              <a:t>This</a:t>
            </a:r>
            <a:r>
              <a:rPr lang="en-GB" sz="3200" b="1" u="none" spc="-6" strike="noStrike">
                <a:solidFill>
                  <a:schemeClr val="lt1"/>
                </a:solidFill>
                <a:effectLst/>
                <a:uFillTx/>
                <a:latin typeface="Arial"/>
              </a:rPr>
              <a:t>	</a:t>
            </a:r>
            <a:r>
              <a:rPr lang="en-GB" sz="3200" b="1" u="none" spc="-6" strike="noStrike">
                <a:solidFill>
                  <a:schemeClr val="lt1"/>
                </a:solidFill>
                <a:effectLst/>
                <a:uFillTx/>
                <a:latin typeface="Arial"/>
              </a:rPr>
              <a:t>cluster</a:t>
            </a:r>
            <a:r>
              <a:rPr lang="en-GB" sz="3200" b="1" u="none" spc="-6" strike="noStrike">
                <a:solidFill>
                  <a:schemeClr val="lt1"/>
                </a:solidFill>
                <a:effectLst/>
                <a:uFillTx/>
                <a:latin typeface="Arial"/>
              </a:rPr>
              <a:t>	</a:t>
            </a:r>
            <a:r>
              <a:rPr lang="en-GB" sz="3200" b="1" u="none" spc="-6" strike="noStrike">
                <a:solidFill>
                  <a:schemeClr val="lt1"/>
                </a:solidFill>
                <a:effectLst/>
                <a:uFillTx/>
                <a:latin typeface="Arial"/>
              </a:rPr>
              <a:t>is</a:t>
            </a:r>
            <a:r>
              <a:rPr lang="en-GB" sz="3200" b="1" u="none" spc="-6" strike="noStrike">
                <a:solidFill>
                  <a:schemeClr val="lt1"/>
                </a:solidFill>
                <a:effectLst/>
                <a:uFillTx/>
                <a:latin typeface="Arial"/>
              </a:rPr>
              <a:t>	</a:t>
            </a:r>
            <a:r>
              <a:rPr lang="en-GB" sz="3200" b="1" u="none" spc="-6" strike="noStrike">
                <a:solidFill>
                  <a:schemeClr val="lt1"/>
                </a:solidFill>
                <a:effectLst/>
                <a:uFillTx/>
                <a:latin typeface="Arial"/>
              </a:rPr>
              <a:t>called</a:t>
            </a:r>
            <a:r>
              <a:rPr lang="en-GB" sz="3200" b="1" u="none" spc="-6" strike="noStrike">
                <a:solidFill>
                  <a:schemeClr val="lt1"/>
                </a:solidFill>
                <a:effectLst/>
                <a:uFillTx/>
                <a:latin typeface="Arial"/>
              </a:rPr>
              <a:t>	</a:t>
            </a:r>
            <a:r>
              <a:rPr lang="en-GB" sz="3200" b="1" u="none" spc="-6" strike="noStrike">
                <a:solidFill>
                  <a:schemeClr val="lt1"/>
                </a:solidFill>
                <a:effectLst/>
                <a:uFillTx/>
                <a:latin typeface="Arial"/>
              </a:rPr>
              <a:t>the</a:t>
            </a:r>
            <a:r>
              <a:rPr lang="en-GB" sz="3200" b="1" u="none" spc="-6" strike="noStrike">
                <a:solidFill>
                  <a:schemeClr val="lt1"/>
                </a:solidFill>
                <a:effectLst/>
                <a:uFillTx/>
                <a:latin typeface="Arial"/>
              </a:rPr>
              <a:t>	</a:t>
            </a:r>
            <a:r>
              <a:rPr lang="en-GB" sz="3200" b="1" u="none" spc="-6" strike="noStrike">
                <a:solidFill>
                  <a:srgbClr val="FFFF00"/>
                </a:solidFill>
                <a:effectLst/>
                <a:uFillTx/>
                <a:latin typeface="Arial"/>
              </a:rPr>
              <a:t>lac</a:t>
            </a:r>
            <a:r>
              <a:rPr lang="en-GB" sz="3200" b="1" u="none" spc="-65" strike="noStrike">
                <a:solidFill>
                  <a:srgbClr val="FFFF00"/>
                </a:solidFill>
                <a:effectLst/>
                <a:uFillTx/>
                <a:latin typeface="Arial"/>
              </a:rPr>
              <a:t> </a:t>
            </a:r>
            <a:r>
              <a:rPr lang="en-GB" sz="3200" b="1" u="none" spc="-11" strike="noStrike">
                <a:solidFill>
                  <a:srgbClr val="FFFF00"/>
                </a:solidFill>
                <a:effectLst/>
                <a:uFillTx/>
                <a:latin typeface="Arial"/>
              </a:rPr>
              <a:t>operon</a:t>
            </a:r>
            <a:endParaRPr lang="en-US" sz="3200" b="0" u="none" strike="noStrike">
              <a:solidFill>
                <a:srgbClr val="FFFFFF"/>
              </a:solidFill>
              <a:effectLst/>
              <a:uFillTx/>
              <a:latin typeface="Arial"/>
            </a:endParaRPr>
          </a:p>
        </p:txBody>
      </p:sp>
      <p:sp>
        <p:nvSpPr>
          <p:cNvPr id="203" name="object 10"/>
          <p:cNvSpPr/>
          <p:nvPr/>
        </p:nvSpPr>
        <p:spPr>
          <a:xfrm>
            <a:off x="582840" y="3579120"/>
            <a:ext cx="7967520" cy="917280"/>
          </a:xfrm>
          <a:custGeom>
            <a:avLst/>
            <a:gdLst>
              <a:gd name="textAreaLeft" fmla="*/ 0 w 7967520"/>
              <a:gd name="textAreaRight" fmla="*/ 7967880 w 7967520"/>
              <a:gd name="textAreaTop" fmla="*/ 0 h 917280"/>
              <a:gd name="textAreaBottom" fmla="*/ 917640 h 917280"/>
            </a:gdLst>
            <a:ahLst/>
            <a:cxnLst/>
            <a:rect l="textAreaLeft" t="textAreaTop" r="textAreaRight" b="textAreaBottom"/>
            <a:pathLst>
              <a:path w="7967980" h="917575">
                <a:moveTo>
                  <a:pt x="0" y="152908"/>
                </a:moveTo>
                <a:lnTo>
                  <a:pt x="7244" y="112256"/>
                </a:lnTo>
                <a:lnTo>
                  <a:pt x="27691" y="75729"/>
                </a:lnTo>
                <a:lnTo>
                  <a:pt x="59405" y="44783"/>
                </a:lnTo>
                <a:lnTo>
                  <a:pt x="100456" y="20875"/>
                </a:lnTo>
                <a:lnTo>
                  <a:pt x="148908" y="5461"/>
                </a:lnTo>
                <a:lnTo>
                  <a:pt x="202831" y="0"/>
                </a:lnTo>
                <a:lnTo>
                  <a:pt x="7764653" y="0"/>
                </a:lnTo>
                <a:lnTo>
                  <a:pt x="7818570" y="5461"/>
                </a:lnTo>
                <a:lnTo>
                  <a:pt x="7867019" y="20875"/>
                </a:lnTo>
                <a:lnTo>
                  <a:pt x="7908067" y="44783"/>
                </a:lnTo>
                <a:lnTo>
                  <a:pt x="7939781" y="75729"/>
                </a:lnTo>
                <a:lnTo>
                  <a:pt x="7960227" y="112256"/>
                </a:lnTo>
                <a:lnTo>
                  <a:pt x="7967472" y="152908"/>
                </a:lnTo>
                <a:lnTo>
                  <a:pt x="7967472" y="764540"/>
                </a:lnTo>
                <a:lnTo>
                  <a:pt x="7960227" y="805191"/>
                </a:lnTo>
                <a:lnTo>
                  <a:pt x="7939781" y="841718"/>
                </a:lnTo>
                <a:lnTo>
                  <a:pt x="7908067" y="872664"/>
                </a:lnTo>
                <a:lnTo>
                  <a:pt x="7867019" y="896572"/>
                </a:lnTo>
                <a:lnTo>
                  <a:pt x="7818570" y="911986"/>
                </a:lnTo>
                <a:lnTo>
                  <a:pt x="7764653" y="917448"/>
                </a:lnTo>
                <a:lnTo>
                  <a:pt x="202831" y="917448"/>
                </a:lnTo>
                <a:lnTo>
                  <a:pt x="148908" y="911986"/>
                </a:lnTo>
                <a:lnTo>
                  <a:pt x="100456" y="896572"/>
                </a:lnTo>
                <a:lnTo>
                  <a:pt x="59405" y="872664"/>
                </a:lnTo>
                <a:lnTo>
                  <a:pt x="27691" y="841718"/>
                </a:lnTo>
                <a:lnTo>
                  <a:pt x="7244" y="805191"/>
                </a:lnTo>
                <a:lnTo>
                  <a:pt x="0" y="764540"/>
                </a:lnTo>
                <a:lnTo>
                  <a:pt x="0" y="152908"/>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04" name="object 11"/>
          <p:cNvSpPr/>
          <p:nvPr/>
        </p:nvSpPr>
        <p:spPr>
          <a:xfrm>
            <a:off x="1206360" y="3754440"/>
            <a:ext cx="6720480" cy="497520"/>
          </a:xfrm>
          <a:prstGeom prst="rect">
            <a:avLst/>
          </a:prstGeom>
          <a:noFill/>
          <a:ln w="0">
            <a:noFill/>
          </a:ln>
        </p:spPr>
        <p:style>
          <a:lnRef idx="0"/>
          <a:fillRef idx="0"/>
          <a:effectRef idx="0"/>
          <a:fontRef idx="minor"/>
        </p:style>
        <p:txBody>
          <a:bodyPr lIns="0" tIns="12240" rIns="0" bIns="0" anchor="t">
            <a:spAutoFit/>
          </a:bodyPr>
          <a:p>
            <a:endParaRPr lang="en-US" sz="3100" b="0" u="none" strike="noStrike">
              <a:solidFill>
                <a:schemeClr val="dk1"/>
              </a:solidFill>
              <a:effectLst/>
              <a:uFillTx/>
              <a:latin typeface="Arial"/>
            </a:endParaRPr>
          </a:p>
        </p:txBody>
      </p:sp>
      <p:sp>
        <p:nvSpPr>
          <p:cNvPr id="205" name="Left-Right Arrow 14"/>
          <p:cNvSpPr/>
          <p:nvPr/>
        </p:nvSpPr>
        <p:spPr>
          <a:xfrm flipV="1">
            <a:off x="2058120" y="1429920"/>
            <a:ext cx="2362320" cy="147960"/>
          </a:xfrm>
          <a:prstGeom prst="leftRightArrow">
            <a:avLst>
              <a:gd name="adj1" fmla="val 50000"/>
              <a:gd name="adj2" fmla="val 50000"/>
            </a:avLst>
          </a:prstGeom>
          <a:solidFill>
            <a:srgbClr val="2DA2BF"/>
          </a:solidFill>
          <a:ln>
            <a:solidFill>
              <a:srgbClr val="21778D"/>
            </a:solidFill>
            <a:round/>
          </a:ln>
        </p:spPr>
        <p:style>
          <a:lnRef idx="2">
            <a:schemeClr val="accent1">
              <a:shade val="50000"/>
            </a:schemeClr>
          </a:lnRef>
          <a:fillRef idx="1">
            <a:schemeClr val="accent1"/>
          </a:fillRef>
          <a:effectRef idx="0">
            <a:schemeClr val="accent1"/>
          </a:effectRef>
          <a:fontRef idx="minor"/>
        </p:style>
        <p:txBody>
          <a:bodyPr lIns="90000" tIns="29160" rIns="90000" bIns="29160" anchor="ctr">
            <a:noAutofit/>
          </a:bodyPr>
          <a:p>
            <a:endParaRPr lang="en-GB" sz="1800" b="0" u="none" strike="noStrike">
              <a:solidFill>
                <a:schemeClr val="lt1"/>
              </a:solidFill>
              <a:effectLst/>
              <a:uFillTx/>
              <a:latin typeface="Lucida Sans Unicode"/>
            </a:endParaRPr>
          </a:p>
        </p:txBody>
      </p:sp>
      <p:sp>
        <p:nvSpPr>
          <p:cNvPr id="206" name="Left-Right Arrow 15"/>
          <p:cNvSpPr/>
          <p:nvPr/>
        </p:nvSpPr>
        <p:spPr>
          <a:xfrm>
            <a:off x="636120" y="1431000"/>
            <a:ext cx="1346040" cy="159480"/>
          </a:xfrm>
          <a:prstGeom prst="leftRightArrow">
            <a:avLst>
              <a:gd name="adj1" fmla="val 50000"/>
              <a:gd name="adj2" fmla="val 50000"/>
            </a:avLst>
          </a:prstGeom>
          <a:solidFill>
            <a:srgbClr val="2DA2BF"/>
          </a:solidFill>
          <a:ln>
            <a:solidFill>
              <a:srgbClr val="21778D"/>
            </a:solidFill>
            <a:round/>
          </a:ln>
        </p:spPr>
        <p:style>
          <a:lnRef idx="2">
            <a:schemeClr val="accent1">
              <a:shade val="50000"/>
            </a:schemeClr>
          </a:lnRef>
          <a:fillRef idx="1">
            <a:schemeClr val="accent1"/>
          </a:fillRef>
          <a:effectRef idx="0">
            <a:schemeClr val="accent1"/>
          </a:effectRef>
          <a:fontRef idx="minor"/>
        </p:style>
        <p:txBody>
          <a:bodyPr lIns="90000" tIns="34920" rIns="90000" bIns="34920" anchor="ctr">
            <a:noAutofit/>
          </a:bodyPr>
          <a:p>
            <a:endParaRPr lang="en-GB" sz="1800" b="0" u="none" strike="noStrike">
              <a:solidFill>
                <a:schemeClr val="lt1"/>
              </a:solidFill>
              <a:effectLst/>
              <a:uFillTx/>
              <a:latin typeface="Lucida Sans Unicode"/>
            </a:endParaRPr>
          </a:p>
        </p:txBody>
      </p:sp>
      <p:sp>
        <p:nvSpPr>
          <p:cNvPr id="207" name="Left-Right Arrow 16"/>
          <p:cNvSpPr/>
          <p:nvPr/>
        </p:nvSpPr>
        <p:spPr>
          <a:xfrm>
            <a:off x="4572720" y="1476000"/>
            <a:ext cx="4191120" cy="115560"/>
          </a:xfrm>
          <a:prstGeom prst="leftRightArrow">
            <a:avLst>
              <a:gd name="adj1" fmla="val 50000"/>
              <a:gd name="adj2" fmla="val 50000"/>
            </a:avLst>
          </a:prstGeom>
          <a:solidFill>
            <a:srgbClr val="2DA2BF"/>
          </a:solidFill>
          <a:ln>
            <a:solidFill>
              <a:srgbClr val="21778D"/>
            </a:solidFill>
            <a:round/>
          </a:ln>
        </p:spPr>
        <p:style>
          <a:lnRef idx="2">
            <a:schemeClr val="accent1">
              <a:shade val="50000"/>
            </a:schemeClr>
          </a:lnRef>
          <a:fillRef idx="1">
            <a:schemeClr val="accent1"/>
          </a:fillRef>
          <a:effectRef idx="0">
            <a:schemeClr val="accent1"/>
          </a:effectRef>
          <a:fontRef idx="minor"/>
        </p:style>
        <p:txBody>
          <a:bodyPr lIns="90000" tIns="12960" rIns="90000" bIns="12960" anchor="ctr">
            <a:noAutofit/>
          </a:bodyPr>
          <a:p>
            <a:endParaRPr lang="en-GB" sz="1800" b="0" u="none" strike="noStrike">
              <a:solidFill>
                <a:schemeClr val="lt1"/>
              </a:solidFill>
              <a:effectLst/>
              <a:uFillTx/>
              <a:latin typeface="Lucida Sans Unicode"/>
            </a:endParaRPr>
          </a:p>
        </p:txBody>
      </p:sp>
      <p:pic>
        <p:nvPicPr>
          <p:cNvPr id="208" name="Picture 2"/>
          <p:cNvPicPr/>
          <p:nvPr/>
        </p:nvPicPr>
        <p:blipFill>
          <a:blip r:embed="rId1"/>
          <a:stretch/>
        </p:blipFill>
        <p:spPr>
          <a:xfrm>
            <a:off x="341280" y="3766680"/>
            <a:ext cx="8461080" cy="202752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539640" y="538200"/>
            <a:ext cx="8259120" cy="644040"/>
          </a:xfrm>
          <a:prstGeom prst="rect">
            <a:avLst/>
          </a:prstGeom>
          <a:noFill/>
          <a:ln w="0">
            <a:noFill/>
          </a:ln>
        </p:spPr>
        <p:txBody>
          <a:bodyPr lIns="0" tIns="12600" rIns="0" bIns="0" anchor="ctr">
            <a:spAutoFit/>
          </a:bodyPr>
          <a:p>
            <a:pPr marL="12600" indent="0" algn="l">
              <a:lnSpc>
                <a:spcPct val="100000"/>
              </a:lnSpc>
              <a:spcBef>
                <a:spcPts val="99"/>
              </a:spcBef>
              <a:buNone/>
            </a:pPr>
            <a:r>
              <a:rPr lang="en-US" sz="4100" b="1" u="none" strike="noStrike">
                <a:solidFill>
                  <a:schemeClr val="dk2"/>
                </a:solidFill>
                <a:effectLst/>
                <a:uFillTx/>
                <a:latin typeface="Lucida Sans Unicode"/>
              </a:rPr>
              <a:t>Gene Expression in Eukaryotes</a:t>
            </a:r>
            <a:endParaRPr lang="en-US" sz="4100" b="1" u="none" strike="noStrike">
              <a:solidFill>
                <a:schemeClr val="dk2"/>
              </a:solidFill>
              <a:effectLst/>
              <a:uFillTx/>
              <a:latin typeface="Lucida Sans Unicode"/>
            </a:endParaRPr>
          </a:p>
        </p:txBody>
      </p:sp>
      <p:sp>
        <p:nvSpPr>
          <p:cNvPr id="210" name="object 3"/>
          <p:cNvSpPr/>
          <p:nvPr/>
        </p:nvSpPr>
        <p:spPr>
          <a:xfrm>
            <a:off x="307440" y="1147320"/>
            <a:ext cx="8491320" cy="5377320"/>
          </a:xfrm>
          <a:prstGeom prst="rect">
            <a:avLst/>
          </a:prstGeom>
          <a:noFill/>
          <a:ln w="0">
            <a:noFill/>
          </a:ln>
        </p:spPr>
        <p:style>
          <a:lnRef idx="0"/>
          <a:fillRef idx="0"/>
          <a:effectRef idx="0"/>
          <a:fontRef idx="minor"/>
        </p:style>
        <p:txBody>
          <a:bodyPr lIns="0" tIns="100800" rIns="0" bIns="0" anchor="t">
            <a:spAutoFit/>
          </a:bodyPr>
          <a:p>
            <a:pPr marL="355680" indent="-343080" defTabSz="914400">
              <a:lnSpc>
                <a:spcPct val="100000"/>
              </a:lnSpc>
              <a:spcBef>
                <a:spcPts val="675"/>
              </a:spcBef>
              <a:buClr>
                <a:srgbClr val="000000"/>
              </a:buClr>
              <a:buFont typeface="Wingdings" charset="2"/>
              <a:buChar char=""/>
              <a:tabLst>
                <a:tab pos="356400" algn="l"/>
              </a:tabLst>
            </a:pPr>
            <a:r>
              <a:rPr lang="en-GB" sz="2800" b="0" u="none" spc="-85" strike="noStrike">
                <a:solidFill>
                  <a:schemeClr val="dk1"/>
                </a:solidFill>
                <a:effectLst/>
                <a:uFillTx/>
                <a:latin typeface="Arial"/>
              </a:rPr>
              <a:t>In </a:t>
            </a:r>
            <a:r>
              <a:rPr lang="en-GB" sz="2800" b="1" u="none" spc="-119" strike="noStrike">
                <a:solidFill>
                  <a:schemeClr val="dk1"/>
                </a:solidFill>
                <a:effectLst/>
                <a:uFillTx/>
                <a:latin typeface="Arial"/>
              </a:rPr>
              <a:t>eukaryotes</a:t>
            </a:r>
            <a:r>
              <a:rPr lang="en-GB" sz="2800" b="0" u="none" spc="-119" strike="noStrike">
                <a:solidFill>
                  <a:schemeClr val="dk1"/>
                </a:solidFill>
                <a:effectLst/>
                <a:uFillTx/>
                <a:latin typeface="Arial"/>
              </a:rPr>
              <a:t>, studies </a:t>
            </a:r>
            <a:r>
              <a:rPr lang="en-GB" sz="2800" b="0" u="none" spc="-130" strike="noStrike">
                <a:solidFill>
                  <a:schemeClr val="dk1"/>
                </a:solidFill>
                <a:effectLst/>
                <a:uFillTx/>
                <a:latin typeface="Arial"/>
              </a:rPr>
              <a:t>are </a:t>
            </a:r>
            <a:r>
              <a:rPr lang="en-GB" sz="2800" b="0" u="none" spc="-11" strike="noStrike">
                <a:solidFill>
                  <a:schemeClr val="dk1"/>
                </a:solidFill>
                <a:effectLst/>
                <a:uFillTx/>
                <a:latin typeface="Arial"/>
              </a:rPr>
              <a:t>not </a:t>
            </a:r>
            <a:r>
              <a:rPr lang="en-GB" sz="2800" b="0" u="none" spc="-130" strike="noStrike">
                <a:solidFill>
                  <a:schemeClr val="dk1"/>
                </a:solidFill>
                <a:effectLst/>
                <a:uFillTx/>
                <a:latin typeface="Arial"/>
              </a:rPr>
              <a:t>extensive </a:t>
            </a:r>
            <a:r>
              <a:rPr lang="en-GB" sz="2800" b="0" u="none" spc="-136" strike="noStrike">
                <a:solidFill>
                  <a:schemeClr val="dk1"/>
                </a:solidFill>
                <a:effectLst/>
                <a:uFillTx/>
                <a:latin typeface="Arial"/>
              </a:rPr>
              <a:t>and </a:t>
            </a:r>
            <a:r>
              <a:rPr lang="en-GB" sz="2800" b="0" u="none" spc="-11" strike="noStrike">
                <a:solidFill>
                  <a:schemeClr val="dk1"/>
                </a:solidFill>
                <a:effectLst/>
                <a:uFillTx/>
                <a:latin typeface="Arial"/>
              </a:rPr>
              <a:t>not</a:t>
            </a:r>
            <a:r>
              <a:rPr lang="en-GB" sz="2800" b="0" u="none" spc="-354" strike="noStrike">
                <a:solidFill>
                  <a:schemeClr val="dk1"/>
                </a:solidFill>
                <a:effectLst/>
                <a:uFillTx/>
                <a:latin typeface="Arial"/>
              </a:rPr>
              <a:t> </a:t>
            </a:r>
            <a:r>
              <a:rPr lang="en-GB" sz="2800" b="0" u="none" spc="-45" strike="noStrike">
                <a:solidFill>
                  <a:schemeClr val="dk1"/>
                </a:solidFill>
                <a:effectLst/>
                <a:uFillTx/>
                <a:latin typeface="Arial"/>
              </a:rPr>
              <a:t>well  </a:t>
            </a:r>
            <a:r>
              <a:rPr lang="en-GB" sz="2800" b="0" u="none" spc="-96" strike="noStrike">
                <a:solidFill>
                  <a:schemeClr val="dk1"/>
                </a:solidFill>
                <a:effectLst/>
                <a:uFillTx/>
                <a:latin typeface="Arial"/>
              </a:rPr>
              <a:t>understood.</a:t>
            </a:r>
            <a:endParaRPr lang="en-US" sz="2800" b="0" u="none" strike="noStrike">
              <a:solidFill>
                <a:srgbClr val="000000"/>
              </a:solidFill>
              <a:effectLst/>
              <a:uFillTx/>
              <a:latin typeface="Arial"/>
            </a:endParaRPr>
          </a:p>
          <a:p>
            <a:pPr marL="355680" indent="-343080" defTabSz="914400">
              <a:lnSpc>
                <a:spcPts val="2880"/>
              </a:lnSpc>
              <a:spcBef>
                <a:spcPts val="794"/>
              </a:spcBef>
              <a:buClr>
                <a:srgbClr val="000000"/>
              </a:buClr>
              <a:buSzPct val="97000"/>
              <a:buFont typeface="Wingdings" charset="2"/>
              <a:buChar char=""/>
              <a:tabLst>
                <a:tab pos="355680" algn="l"/>
              </a:tabLst>
            </a:pPr>
            <a:r>
              <a:rPr lang="en-US" sz="2800" b="1" u="none" strike="noStrike">
                <a:solidFill>
                  <a:schemeClr val="dk1"/>
                </a:solidFill>
                <a:effectLst/>
                <a:uFillTx/>
                <a:latin typeface="Arial"/>
              </a:rPr>
              <a:t>Gene expression in the </a:t>
            </a:r>
            <a:r>
              <a:rPr lang="en-US" sz="2800" b="1" u="none" spc="-6" strike="noStrike">
                <a:solidFill>
                  <a:schemeClr val="dk1"/>
                </a:solidFill>
                <a:effectLst/>
                <a:uFillTx/>
                <a:latin typeface="Arial"/>
              </a:rPr>
              <a:t>eukaryotes</a:t>
            </a:r>
            <a:r>
              <a:rPr lang="en-US" sz="2800" b="0" u="none" spc="-6" strike="noStrike">
                <a:solidFill>
                  <a:schemeClr val="dk1"/>
                </a:solidFill>
                <a:effectLst/>
                <a:uFillTx/>
                <a:latin typeface="Arial"/>
              </a:rPr>
              <a:t>, </a:t>
            </a:r>
            <a:r>
              <a:rPr lang="en-US" sz="2800" b="0" u="none" strike="noStrike">
                <a:solidFill>
                  <a:schemeClr val="dk1"/>
                </a:solidFill>
                <a:effectLst/>
                <a:uFillTx/>
                <a:latin typeface="Arial"/>
              </a:rPr>
              <a:t>cannot be the  same as that in the prokaryotes because</a:t>
            </a:r>
            <a:r>
              <a:rPr lang="en-US" sz="2800" b="0" u="none" spc="20" strike="noStrike">
                <a:solidFill>
                  <a:schemeClr val="dk1"/>
                </a:solidFill>
                <a:effectLst/>
                <a:uFillTx/>
                <a:latin typeface="Arial"/>
              </a:rPr>
              <a:t> </a:t>
            </a:r>
            <a:r>
              <a:rPr lang="en-US" sz="2800" b="0" u="none" spc="-11" strike="noStrike">
                <a:solidFill>
                  <a:schemeClr val="dk1"/>
                </a:solidFill>
                <a:effectLst/>
                <a:uFillTx/>
                <a:latin typeface="Arial"/>
              </a:rPr>
              <a:t>of</a:t>
            </a:r>
            <a:endParaRPr lang="en-US" sz="2800" b="0" u="none" strike="noStrike">
              <a:solidFill>
                <a:srgbClr val="000000"/>
              </a:solidFill>
              <a:effectLst/>
              <a:uFillTx/>
              <a:latin typeface="Arial"/>
            </a:endParaRPr>
          </a:p>
          <a:p>
            <a:pPr marL="584280" indent="-571680" defTabSz="914400">
              <a:lnSpc>
                <a:spcPct val="80000"/>
              </a:lnSpc>
              <a:spcBef>
                <a:spcPts val="746"/>
              </a:spcBef>
              <a:buClr>
                <a:srgbClr val="000000"/>
              </a:buClr>
              <a:buFont typeface="Lucida Sans Unicode"/>
              <a:buAutoNum type="romanLcPeriod"/>
              <a:tabLst>
                <a:tab pos="355680" algn="l"/>
              </a:tabLst>
            </a:pPr>
            <a:r>
              <a:rPr lang="en-US" sz="2800" b="0" u="none" strike="noStrike">
                <a:solidFill>
                  <a:schemeClr val="dk1"/>
                </a:solidFill>
                <a:effectLst/>
                <a:uFillTx/>
                <a:latin typeface="Arial"/>
              </a:rPr>
              <a:t>Genome of the eukaryotes </a:t>
            </a:r>
            <a:r>
              <a:rPr lang="en-US" sz="2800" b="0" u="none" spc="-6" strike="noStrike">
                <a:solidFill>
                  <a:schemeClr val="dk1"/>
                </a:solidFill>
                <a:effectLst/>
                <a:uFillTx/>
                <a:latin typeface="Arial"/>
              </a:rPr>
              <a:t>is </a:t>
            </a:r>
            <a:r>
              <a:rPr lang="en-US" sz="2800" b="0" u="none" strike="noStrike">
                <a:solidFill>
                  <a:schemeClr val="dk1"/>
                </a:solidFill>
                <a:effectLst/>
                <a:uFillTx/>
                <a:latin typeface="Arial"/>
              </a:rPr>
              <a:t>much </a:t>
            </a:r>
            <a:r>
              <a:rPr lang="en-US" sz="2800" b="0" u="none" spc="-11" strike="noStrike">
                <a:solidFill>
                  <a:schemeClr val="dk1"/>
                </a:solidFill>
                <a:effectLst/>
                <a:uFillTx/>
                <a:latin typeface="Arial"/>
              </a:rPr>
              <a:t>larger </a:t>
            </a:r>
            <a:r>
              <a:rPr lang="en-US" sz="2800" b="0" u="none" strike="noStrike">
                <a:solidFill>
                  <a:schemeClr val="dk1"/>
                </a:solidFill>
                <a:effectLst/>
                <a:uFillTx/>
                <a:latin typeface="Arial"/>
              </a:rPr>
              <a:t>than that of  the</a:t>
            </a:r>
            <a:r>
              <a:rPr lang="en-US" sz="2800" b="0" u="none" spc="11" strike="noStrike">
                <a:solidFill>
                  <a:schemeClr val="dk1"/>
                </a:solidFill>
                <a:effectLst/>
                <a:uFillTx/>
                <a:latin typeface="Arial"/>
              </a:rPr>
              <a:t> </a:t>
            </a:r>
            <a:r>
              <a:rPr lang="en-US" sz="2800" b="0" u="none" strike="noStrike">
                <a:solidFill>
                  <a:schemeClr val="dk1"/>
                </a:solidFill>
                <a:effectLst/>
                <a:uFillTx/>
                <a:latin typeface="Arial"/>
              </a:rPr>
              <a:t>prokaryotes.</a:t>
            </a:r>
            <a:endParaRPr lang="en-US" sz="2800" b="0" u="none" strike="noStrike">
              <a:solidFill>
                <a:srgbClr val="000000"/>
              </a:solidFill>
              <a:effectLst/>
              <a:uFillTx/>
              <a:latin typeface="Arial"/>
            </a:endParaRPr>
          </a:p>
          <a:p>
            <a:pPr marL="584280" indent="-571680" defTabSz="914400">
              <a:lnSpc>
                <a:spcPct val="80000"/>
              </a:lnSpc>
              <a:spcBef>
                <a:spcPts val="720"/>
              </a:spcBef>
              <a:buClr>
                <a:srgbClr val="000000"/>
              </a:buClr>
              <a:buFont typeface="Lucida Sans Unicode"/>
              <a:buAutoNum type="romanLcPeriod"/>
              <a:tabLst>
                <a:tab pos="355680" algn="l"/>
              </a:tabLst>
            </a:pPr>
            <a:r>
              <a:rPr lang="en-GB" sz="2800" b="0" u="none" strike="noStrike">
                <a:solidFill>
                  <a:schemeClr val="dk1"/>
                </a:solidFill>
                <a:effectLst/>
                <a:uFillTx/>
                <a:latin typeface="Arial"/>
              </a:rPr>
              <a:t>Human genome </a:t>
            </a:r>
            <a:r>
              <a:rPr lang="en-GB" sz="2800" b="0" u="none" spc="-6" strike="noStrike">
                <a:solidFill>
                  <a:schemeClr val="dk1"/>
                </a:solidFill>
                <a:effectLst/>
                <a:uFillTx/>
                <a:latin typeface="Arial"/>
              </a:rPr>
              <a:t>consists </a:t>
            </a:r>
            <a:r>
              <a:rPr lang="en-GB" sz="2800" b="0" u="none" strike="noStrike">
                <a:solidFill>
                  <a:schemeClr val="dk1"/>
                </a:solidFill>
                <a:effectLst/>
                <a:uFillTx/>
                <a:latin typeface="Arial"/>
              </a:rPr>
              <a:t>of 23 </a:t>
            </a:r>
            <a:r>
              <a:rPr lang="en-GB" sz="2800" b="0" u="none" spc="-6" strike="noStrike">
                <a:solidFill>
                  <a:schemeClr val="dk1"/>
                </a:solidFill>
                <a:effectLst/>
                <a:uFillTx/>
                <a:latin typeface="Arial"/>
              </a:rPr>
              <a:t>pairs </a:t>
            </a:r>
            <a:r>
              <a:rPr lang="en-GB" sz="2800" b="0" u="none" strike="noStrike">
                <a:solidFill>
                  <a:schemeClr val="dk1"/>
                </a:solidFill>
                <a:effectLst/>
                <a:uFillTx/>
                <a:latin typeface="Arial"/>
              </a:rPr>
              <a:t>of </a:t>
            </a:r>
            <a:r>
              <a:rPr lang="en-GB" sz="2800" b="0" u="none" spc="-6" strike="noStrike">
                <a:solidFill>
                  <a:schemeClr val="dk1"/>
                </a:solidFill>
                <a:effectLst/>
                <a:uFillTx/>
                <a:latin typeface="Arial"/>
              </a:rPr>
              <a:t>diploid  chromosomes containing </a:t>
            </a:r>
            <a:r>
              <a:rPr lang="en-GB" sz="2800" b="0" u="none" spc="-11" strike="noStrike">
                <a:solidFill>
                  <a:schemeClr val="dk1"/>
                </a:solidFill>
                <a:effectLst/>
                <a:uFillTx/>
                <a:latin typeface="Arial"/>
              </a:rPr>
              <a:t>10</a:t>
            </a:r>
            <a:r>
              <a:rPr lang="en-GB" sz="2800" b="0" u="none" spc="-14" strike="noStrike" baseline="25000">
                <a:solidFill>
                  <a:schemeClr val="dk1"/>
                </a:solidFill>
                <a:effectLst/>
                <a:uFillTx/>
                <a:latin typeface="Arial"/>
              </a:rPr>
              <a:t>9 </a:t>
            </a:r>
            <a:r>
              <a:rPr lang="en-GB" sz="2800" b="0" u="none" strike="noStrike">
                <a:solidFill>
                  <a:schemeClr val="dk1"/>
                </a:solidFill>
                <a:effectLst/>
                <a:uFillTx/>
                <a:latin typeface="Arial"/>
              </a:rPr>
              <a:t>base </a:t>
            </a:r>
            <a:r>
              <a:rPr lang="en-GB" sz="2800" b="0" u="none" spc="-6" strike="noStrike">
                <a:solidFill>
                  <a:schemeClr val="dk1"/>
                </a:solidFill>
                <a:effectLst/>
                <a:uFillTx/>
                <a:latin typeface="Arial"/>
              </a:rPr>
              <a:t>pairs </a:t>
            </a:r>
            <a:r>
              <a:rPr lang="en-GB" sz="2800" b="0" u="none" strike="noStrike">
                <a:solidFill>
                  <a:schemeClr val="dk1"/>
                </a:solidFill>
                <a:effectLst/>
                <a:uFillTx/>
                <a:latin typeface="Arial"/>
              </a:rPr>
              <a:t>of DNA </a:t>
            </a:r>
            <a:r>
              <a:rPr lang="en-GB" sz="2800" b="0" u="none" spc="-6" strike="noStrike">
                <a:solidFill>
                  <a:schemeClr val="dk1"/>
                </a:solidFill>
                <a:effectLst/>
                <a:uFillTx/>
                <a:latin typeface="Arial"/>
              </a:rPr>
              <a:t>with  </a:t>
            </a:r>
            <a:r>
              <a:rPr lang="en-GB" sz="2800" b="0" u="none" strike="noStrike">
                <a:solidFill>
                  <a:schemeClr val="dk1"/>
                </a:solidFill>
                <a:effectLst/>
                <a:uFillTx/>
                <a:latin typeface="Arial"/>
              </a:rPr>
              <a:t>an </a:t>
            </a:r>
            <a:r>
              <a:rPr lang="en-GB" sz="2800" b="0" u="none" spc="-6" strike="noStrike">
                <a:solidFill>
                  <a:schemeClr val="dk1"/>
                </a:solidFill>
                <a:effectLst/>
                <a:uFillTx/>
                <a:latin typeface="Arial"/>
              </a:rPr>
              <a:t>estimated </a:t>
            </a:r>
            <a:r>
              <a:rPr lang="en-GB" sz="2800" b="0" u="none" strike="noStrike">
                <a:solidFill>
                  <a:schemeClr val="dk1"/>
                </a:solidFill>
                <a:effectLst/>
                <a:uFillTx/>
                <a:latin typeface="Arial"/>
              </a:rPr>
              <a:t>one lac genes</a:t>
            </a:r>
            <a:r>
              <a:rPr lang="en-GB" sz="2800" b="0" u="none" spc="45" strike="noStrike">
                <a:solidFill>
                  <a:schemeClr val="dk1"/>
                </a:solidFill>
                <a:effectLst/>
                <a:uFillTx/>
                <a:latin typeface="Arial"/>
              </a:rPr>
              <a:t> </a:t>
            </a:r>
            <a:r>
              <a:rPr lang="en-GB" sz="2800" b="0" u="none" spc="-14" strike="noStrike">
                <a:solidFill>
                  <a:schemeClr val="dk1"/>
                </a:solidFill>
                <a:effectLst/>
                <a:uFillTx/>
                <a:latin typeface="Arial"/>
              </a:rPr>
              <a:t>approximately.</a:t>
            </a:r>
            <a:endParaRPr lang="en-US" sz="2800" b="0" u="none" strike="noStrike">
              <a:solidFill>
                <a:srgbClr val="000000"/>
              </a:solidFill>
              <a:effectLst/>
              <a:uFillTx/>
              <a:latin typeface="Arial"/>
            </a:endParaRPr>
          </a:p>
          <a:p>
            <a:pPr marL="584280" indent="-571680" defTabSz="914400">
              <a:lnSpc>
                <a:spcPts val="2880"/>
              </a:lnSpc>
              <a:spcBef>
                <a:spcPts val="700"/>
              </a:spcBef>
              <a:buClr>
                <a:srgbClr val="000000"/>
              </a:buClr>
              <a:buFont typeface="Lucida Sans Unicode"/>
              <a:buAutoNum type="romanLcPeriod"/>
              <a:tabLst>
                <a:tab pos="355680" algn="l"/>
              </a:tabLst>
            </a:pPr>
            <a:r>
              <a:rPr lang="en-GB" sz="2800" b="0" u="none" strike="noStrike">
                <a:solidFill>
                  <a:schemeClr val="dk1"/>
                </a:solidFill>
                <a:effectLst/>
                <a:uFillTx/>
                <a:latin typeface="Arial"/>
              </a:rPr>
              <a:t>There </a:t>
            </a:r>
            <a:r>
              <a:rPr lang="en-GB" sz="2800" b="0" u="none" spc="-6" strike="noStrike">
                <a:solidFill>
                  <a:schemeClr val="dk1"/>
                </a:solidFill>
                <a:effectLst/>
                <a:uFillTx/>
                <a:latin typeface="Arial"/>
              </a:rPr>
              <a:t>is </a:t>
            </a:r>
            <a:r>
              <a:rPr lang="en-GB" sz="2800" b="0" u="none" strike="noStrike">
                <a:solidFill>
                  <a:schemeClr val="dk1"/>
                </a:solidFill>
                <a:effectLst/>
                <a:uFillTx/>
                <a:latin typeface="Arial"/>
              </a:rPr>
              <a:t>a great deal of redundancy in the DNA</a:t>
            </a:r>
            <a:r>
              <a:rPr lang="en-GB" sz="2800" b="0" u="none" spc="-164" strike="noStrike">
                <a:solidFill>
                  <a:schemeClr val="dk1"/>
                </a:solidFill>
                <a:effectLst/>
                <a:uFillTx/>
                <a:latin typeface="Arial"/>
              </a:rPr>
              <a:t> </a:t>
            </a:r>
            <a:r>
              <a:rPr lang="en-GB" sz="2800" b="0" u="none" strike="noStrike">
                <a:solidFill>
                  <a:schemeClr val="dk1"/>
                </a:solidFill>
                <a:effectLst/>
                <a:uFillTx/>
                <a:latin typeface="Arial"/>
              </a:rPr>
              <a:t>of  eukaryotes.</a:t>
            </a:r>
            <a:endParaRPr lang="en-US" sz="2800" b="0" u="none" strike="noStrike">
              <a:solidFill>
                <a:srgbClr val="000000"/>
              </a:solidFill>
              <a:effectLst/>
              <a:uFillTx/>
              <a:latin typeface="Arial"/>
            </a:endParaRPr>
          </a:p>
          <a:p>
            <a:pPr defTabSz="914400">
              <a:lnSpc>
                <a:spcPct val="80000"/>
              </a:lnSpc>
              <a:spcBef>
                <a:spcPts val="746"/>
              </a:spcBef>
              <a:tabLst>
                <a:tab pos="355680" algn="l"/>
              </a:tabLst>
            </a:pPr>
            <a:endParaRPr lang="en-US"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object 12"/>
          <p:cNvSpPr/>
          <p:nvPr/>
        </p:nvSpPr>
        <p:spPr>
          <a:xfrm>
            <a:off x="1374120" y="116640"/>
            <a:ext cx="7224120" cy="1252440"/>
          </a:xfrm>
          <a:custGeom>
            <a:avLst/>
            <a:gdLst>
              <a:gd name="textAreaLeft" fmla="*/ 0 w 7224120"/>
              <a:gd name="textAreaRight" fmla="*/ 7224480 w 7224120"/>
              <a:gd name="textAreaTop" fmla="*/ 0 h 1252440"/>
              <a:gd name="textAreaBottom" fmla="*/ 1252800 h 1252440"/>
            </a:gdLst>
            <a:ahLst/>
            <a:cxnLst/>
            <a:rect l="textAreaLeft" t="textAreaTop" r="textAreaRight" b="textAreaBottom"/>
            <a:pathLst>
              <a:path w="6228715" h="1252855">
                <a:moveTo>
                  <a:pt x="6103365" y="0"/>
                </a:moveTo>
                <a:lnTo>
                  <a:pt x="125272" y="0"/>
                </a:lnTo>
                <a:lnTo>
                  <a:pt x="76509" y="9850"/>
                </a:lnTo>
                <a:lnTo>
                  <a:pt x="36690" y="36703"/>
                </a:lnTo>
                <a:lnTo>
                  <a:pt x="9844" y="76509"/>
                </a:lnTo>
                <a:lnTo>
                  <a:pt x="0" y="125222"/>
                </a:lnTo>
                <a:lnTo>
                  <a:pt x="0" y="1127505"/>
                </a:lnTo>
                <a:lnTo>
                  <a:pt x="9844" y="1176218"/>
                </a:lnTo>
                <a:lnTo>
                  <a:pt x="36690" y="1216025"/>
                </a:lnTo>
                <a:lnTo>
                  <a:pt x="76509" y="1242877"/>
                </a:lnTo>
                <a:lnTo>
                  <a:pt x="125272" y="1252727"/>
                </a:lnTo>
                <a:lnTo>
                  <a:pt x="6103365" y="1252727"/>
                </a:lnTo>
                <a:lnTo>
                  <a:pt x="6152078" y="1242877"/>
                </a:lnTo>
                <a:lnTo>
                  <a:pt x="6191884" y="1216025"/>
                </a:lnTo>
                <a:lnTo>
                  <a:pt x="6218737" y="1176218"/>
                </a:lnTo>
                <a:lnTo>
                  <a:pt x="6228587" y="1127505"/>
                </a:lnTo>
                <a:lnTo>
                  <a:pt x="6228587" y="125222"/>
                </a:lnTo>
                <a:lnTo>
                  <a:pt x="6218737" y="76509"/>
                </a:lnTo>
                <a:lnTo>
                  <a:pt x="6191884" y="36703"/>
                </a:lnTo>
                <a:lnTo>
                  <a:pt x="6152078" y="9850"/>
                </a:lnTo>
                <a:lnTo>
                  <a:pt x="6103365"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2" name="object 13"/>
          <p:cNvSpPr/>
          <p:nvPr/>
        </p:nvSpPr>
        <p:spPr>
          <a:xfrm>
            <a:off x="1619280" y="124920"/>
            <a:ext cx="6228360" cy="1252440"/>
          </a:xfrm>
          <a:custGeom>
            <a:avLst/>
            <a:gdLst>
              <a:gd name="textAreaLeft" fmla="*/ 0 w 6228360"/>
              <a:gd name="textAreaRight" fmla="*/ 6228720 w 6228360"/>
              <a:gd name="textAreaTop" fmla="*/ 0 h 1252440"/>
              <a:gd name="textAreaBottom" fmla="*/ 1252800 h 1252440"/>
            </a:gdLst>
            <a:ahLst/>
            <a:cxnLst/>
            <a:rect l="textAreaLeft" t="textAreaTop" r="textAreaRight" b="textAreaBottom"/>
            <a:pathLst>
              <a:path w="6228715" h="1252855">
                <a:moveTo>
                  <a:pt x="0" y="125222"/>
                </a:moveTo>
                <a:lnTo>
                  <a:pt x="9844" y="76509"/>
                </a:lnTo>
                <a:lnTo>
                  <a:pt x="36690" y="36703"/>
                </a:lnTo>
                <a:lnTo>
                  <a:pt x="76509" y="9850"/>
                </a:lnTo>
                <a:lnTo>
                  <a:pt x="125272" y="0"/>
                </a:lnTo>
                <a:lnTo>
                  <a:pt x="6103365" y="0"/>
                </a:lnTo>
                <a:lnTo>
                  <a:pt x="6152078" y="9850"/>
                </a:lnTo>
                <a:lnTo>
                  <a:pt x="6191884" y="36702"/>
                </a:lnTo>
                <a:lnTo>
                  <a:pt x="6218737" y="76509"/>
                </a:lnTo>
                <a:lnTo>
                  <a:pt x="6228587" y="125222"/>
                </a:lnTo>
                <a:lnTo>
                  <a:pt x="6228587" y="1127505"/>
                </a:lnTo>
                <a:lnTo>
                  <a:pt x="6218737" y="1176218"/>
                </a:lnTo>
                <a:lnTo>
                  <a:pt x="6191884" y="1216024"/>
                </a:lnTo>
                <a:lnTo>
                  <a:pt x="6152078" y="1242877"/>
                </a:lnTo>
                <a:lnTo>
                  <a:pt x="6103365" y="1252727"/>
                </a:lnTo>
                <a:lnTo>
                  <a:pt x="125272" y="1252727"/>
                </a:lnTo>
                <a:lnTo>
                  <a:pt x="76509" y="1242877"/>
                </a:lnTo>
                <a:lnTo>
                  <a:pt x="36690" y="1216025"/>
                </a:lnTo>
                <a:lnTo>
                  <a:pt x="9844" y="1176218"/>
                </a:lnTo>
                <a:lnTo>
                  <a:pt x="0" y="1127505"/>
                </a:lnTo>
                <a:lnTo>
                  <a:pt x="0" y="125222"/>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3" name="PlaceHolder 1"/>
          <p:cNvSpPr>
            <a:spLocks noGrp="1"/>
          </p:cNvSpPr>
          <p:nvPr>
            <p:ph type="title"/>
          </p:nvPr>
        </p:nvSpPr>
        <p:spPr>
          <a:xfrm>
            <a:off x="1519560" y="116280"/>
            <a:ext cx="7078680" cy="1063440"/>
          </a:xfrm>
          <a:prstGeom prst="rect">
            <a:avLst/>
          </a:prstGeom>
          <a:noFill/>
          <a:ln w="0">
            <a:noFill/>
          </a:ln>
        </p:spPr>
        <p:txBody>
          <a:bodyPr lIns="0" tIns="93240" rIns="0" bIns="0" anchor="ctr">
            <a:spAutoFit/>
          </a:bodyPr>
          <a:p>
            <a:pPr marL="812880" indent="-800640" algn="l">
              <a:lnSpc>
                <a:spcPts val="3711"/>
              </a:lnSpc>
              <a:spcBef>
                <a:spcPts val="734"/>
              </a:spcBef>
              <a:buNone/>
              <a:tabLst>
                <a:tab pos="0" algn="l"/>
              </a:tabLst>
            </a:pPr>
            <a:r>
              <a:rPr lang="en-US" sz="3600" b="1" u="none" strike="noStrike">
                <a:solidFill>
                  <a:schemeClr val="lt1"/>
                </a:solidFill>
                <a:effectLst/>
                <a:uFillTx/>
                <a:latin typeface="Lucida Sans Unicode"/>
              </a:rPr>
              <a:t>:</a:t>
            </a:r>
            <a:r>
              <a:rPr lang="en-GB" sz="3600" b="1" u="none" strike="noStrike">
                <a:solidFill>
                  <a:schemeClr val="lt1"/>
                </a:solidFill>
                <a:effectLst/>
                <a:uFillTx/>
                <a:latin typeface="Arial"/>
              </a:rPr>
              <a:t>The regulatory </a:t>
            </a:r>
            <a:r>
              <a:rPr lang="en-GB" sz="3600" b="1" u="none" spc="-6" strike="noStrike">
                <a:solidFill>
                  <a:schemeClr val="lt1"/>
                </a:solidFill>
                <a:effectLst/>
                <a:uFillTx/>
                <a:latin typeface="Arial"/>
              </a:rPr>
              <a:t>strategies</a:t>
            </a:r>
            <a:r>
              <a:rPr lang="en-GB" sz="3600" b="1" u="none" spc="-45" strike="noStrike">
                <a:solidFill>
                  <a:schemeClr val="lt1"/>
                </a:solidFill>
                <a:effectLst/>
                <a:uFillTx/>
                <a:latin typeface="Arial"/>
              </a:rPr>
              <a:t> </a:t>
            </a:r>
            <a:r>
              <a:rPr lang="en-GB" sz="3600" b="1" u="none" strike="noStrike">
                <a:solidFill>
                  <a:schemeClr val="lt1"/>
                </a:solidFill>
                <a:effectLst/>
                <a:uFillTx/>
                <a:latin typeface="Arial"/>
              </a:rPr>
              <a:t>in  eukaryotes</a:t>
            </a:r>
            <a:r>
              <a:rPr lang="en-GB" sz="3600" b="1" u="none" spc="-14" strike="noStrike">
                <a:solidFill>
                  <a:schemeClr val="lt1"/>
                </a:solidFill>
                <a:effectLst/>
                <a:uFillTx/>
                <a:latin typeface="Arial"/>
              </a:rPr>
              <a:t> </a:t>
            </a:r>
            <a:r>
              <a:rPr lang="en-GB" sz="3600" b="1" u="none" strike="noStrike">
                <a:solidFill>
                  <a:schemeClr val="lt1"/>
                </a:solidFill>
                <a:effectLst/>
                <a:uFillTx/>
                <a:latin typeface="Arial"/>
              </a:rPr>
              <a:t>include</a:t>
            </a:r>
            <a:endParaRPr lang="en-US" sz="3600" b="1" u="none" strike="noStrike">
              <a:solidFill>
                <a:schemeClr val="dk2"/>
              </a:solidFill>
              <a:effectLst/>
              <a:uFillTx/>
              <a:latin typeface="Lucida Sans Unicode"/>
            </a:endParaRPr>
          </a:p>
        </p:txBody>
      </p:sp>
      <p:sp>
        <p:nvSpPr>
          <p:cNvPr id="214" name="object 15"/>
          <p:cNvSpPr/>
          <p:nvPr/>
        </p:nvSpPr>
        <p:spPr>
          <a:xfrm>
            <a:off x="1715400" y="1637640"/>
            <a:ext cx="409680" cy="617400"/>
          </a:xfrm>
          <a:custGeom>
            <a:avLst/>
            <a:gdLst>
              <a:gd name="textAreaLeft" fmla="*/ 0 w 409680"/>
              <a:gd name="textAreaRight" fmla="*/ 410040 w 409680"/>
              <a:gd name="textAreaTop" fmla="*/ 0 h 617400"/>
              <a:gd name="textAreaBottom" fmla="*/ 617760 h 617400"/>
            </a:gdLst>
            <a:ahLst/>
            <a:cxnLst/>
            <a:rect l="textAreaLeft" t="textAreaTop" r="textAreaRight" b="textAreaBottom"/>
            <a:pathLst>
              <a:path w="410210" h="617855">
                <a:moveTo>
                  <a:pt x="0" y="0"/>
                </a:moveTo>
                <a:lnTo>
                  <a:pt x="0" y="617474"/>
                </a:lnTo>
                <a:lnTo>
                  <a:pt x="409956" y="617474"/>
                </a:lnTo>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5" name="object 16"/>
          <p:cNvSpPr/>
          <p:nvPr/>
        </p:nvSpPr>
        <p:spPr>
          <a:xfrm>
            <a:off x="2125080" y="152532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5649595" y="0"/>
                </a:moveTo>
                <a:lnTo>
                  <a:pt x="73025" y="0"/>
                </a:lnTo>
                <a:lnTo>
                  <a:pt x="44576" y="5730"/>
                </a:lnTo>
                <a:lnTo>
                  <a:pt x="21367" y="21367"/>
                </a:lnTo>
                <a:lnTo>
                  <a:pt x="5730" y="44576"/>
                </a:lnTo>
                <a:lnTo>
                  <a:pt x="0" y="73025"/>
                </a:lnTo>
                <a:lnTo>
                  <a:pt x="0" y="656970"/>
                </a:lnTo>
                <a:lnTo>
                  <a:pt x="5730" y="685418"/>
                </a:lnTo>
                <a:lnTo>
                  <a:pt x="21367" y="708628"/>
                </a:lnTo>
                <a:lnTo>
                  <a:pt x="44576" y="724265"/>
                </a:lnTo>
                <a:lnTo>
                  <a:pt x="73025" y="729995"/>
                </a:lnTo>
                <a:lnTo>
                  <a:pt x="5649595" y="729995"/>
                </a:lnTo>
                <a:lnTo>
                  <a:pt x="5678043" y="724265"/>
                </a:lnTo>
                <a:lnTo>
                  <a:pt x="5701252" y="708628"/>
                </a:lnTo>
                <a:lnTo>
                  <a:pt x="5716889" y="685418"/>
                </a:lnTo>
                <a:lnTo>
                  <a:pt x="5722620" y="656970"/>
                </a:lnTo>
                <a:lnTo>
                  <a:pt x="5722620" y="73025"/>
                </a:lnTo>
                <a:lnTo>
                  <a:pt x="5716889" y="44576"/>
                </a:lnTo>
                <a:lnTo>
                  <a:pt x="5701252" y="21367"/>
                </a:lnTo>
                <a:lnTo>
                  <a:pt x="5678043" y="5730"/>
                </a:lnTo>
                <a:lnTo>
                  <a:pt x="5649595"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6" name="object 17"/>
          <p:cNvSpPr/>
          <p:nvPr/>
        </p:nvSpPr>
        <p:spPr>
          <a:xfrm>
            <a:off x="2125440" y="152532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0" y="73025"/>
                </a:moveTo>
                <a:lnTo>
                  <a:pt x="5730" y="44576"/>
                </a:lnTo>
                <a:lnTo>
                  <a:pt x="21367" y="21367"/>
                </a:lnTo>
                <a:lnTo>
                  <a:pt x="44576" y="5730"/>
                </a:lnTo>
                <a:lnTo>
                  <a:pt x="73025" y="0"/>
                </a:lnTo>
                <a:lnTo>
                  <a:pt x="5649595" y="0"/>
                </a:lnTo>
                <a:lnTo>
                  <a:pt x="5678043" y="5730"/>
                </a:lnTo>
                <a:lnTo>
                  <a:pt x="5701252" y="21367"/>
                </a:lnTo>
                <a:lnTo>
                  <a:pt x="5716889" y="44576"/>
                </a:lnTo>
                <a:lnTo>
                  <a:pt x="5722620" y="73025"/>
                </a:lnTo>
                <a:lnTo>
                  <a:pt x="5722620" y="656970"/>
                </a:lnTo>
                <a:lnTo>
                  <a:pt x="5716889" y="685418"/>
                </a:lnTo>
                <a:lnTo>
                  <a:pt x="5701252" y="708628"/>
                </a:lnTo>
                <a:lnTo>
                  <a:pt x="5678043" y="724265"/>
                </a:lnTo>
                <a:lnTo>
                  <a:pt x="5649595" y="729995"/>
                </a:lnTo>
                <a:lnTo>
                  <a:pt x="73025" y="729995"/>
                </a:lnTo>
                <a:lnTo>
                  <a:pt x="44576" y="724265"/>
                </a:lnTo>
                <a:lnTo>
                  <a:pt x="21367" y="708628"/>
                </a:lnTo>
                <a:lnTo>
                  <a:pt x="5730" y="685418"/>
                </a:lnTo>
                <a:lnTo>
                  <a:pt x="0" y="656970"/>
                </a:lnTo>
                <a:lnTo>
                  <a:pt x="0" y="73025"/>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7" name="object 18"/>
          <p:cNvSpPr/>
          <p:nvPr/>
        </p:nvSpPr>
        <p:spPr>
          <a:xfrm>
            <a:off x="1715400" y="1637640"/>
            <a:ext cx="409680" cy="1547280"/>
          </a:xfrm>
          <a:custGeom>
            <a:avLst/>
            <a:gdLst>
              <a:gd name="textAreaLeft" fmla="*/ 0 w 409680"/>
              <a:gd name="textAreaRight" fmla="*/ 410040 w 409680"/>
              <a:gd name="textAreaTop" fmla="*/ 0 h 1547280"/>
              <a:gd name="textAreaBottom" fmla="*/ 1547640 h 1547280"/>
            </a:gdLst>
            <a:ahLst/>
            <a:cxnLst/>
            <a:rect l="textAreaLeft" t="textAreaTop" r="textAreaRight" b="textAreaBottom"/>
            <a:pathLst>
              <a:path w="410210" h="1547495">
                <a:moveTo>
                  <a:pt x="0" y="0"/>
                </a:moveTo>
                <a:lnTo>
                  <a:pt x="0" y="1547495"/>
                </a:lnTo>
                <a:lnTo>
                  <a:pt x="409956" y="1547495"/>
                </a:lnTo>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8" name="object 19"/>
          <p:cNvSpPr/>
          <p:nvPr/>
        </p:nvSpPr>
        <p:spPr>
          <a:xfrm>
            <a:off x="2138760" y="230040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5649595" y="0"/>
                </a:moveTo>
                <a:lnTo>
                  <a:pt x="73025" y="0"/>
                </a:lnTo>
                <a:lnTo>
                  <a:pt x="44576" y="5730"/>
                </a:lnTo>
                <a:lnTo>
                  <a:pt x="21367" y="21367"/>
                </a:lnTo>
                <a:lnTo>
                  <a:pt x="5730" y="44576"/>
                </a:lnTo>
                <a:lnTo>
                  <a:pt x="0" y="73025"/>
                </a:lnTo>
                <a:lnTo>
                  <a:pt x="0" y="656971"/>
                </a:lnTo>
                <a:lnTo>
                  <a:pt x="5730" y="685419"/>
                </a:lnTo>
                <a:lnTo>
                  <a:pt x="21367" y="708628"/>
                </a:lnTo>
                <a:lnTo>
                  <a:pt x="44576" y="724265"/>
                </a:lnTo>
                <a:lnTo>
                  <a:pt x="73025" y="729996"/>
                </a:lnTo>
                <a:lnTo>
                  <a:pt x="5649595" y="729996"/>
                </a:lnTo>
                <a:lnTo>
                  <a:pt x="5678043" y="724265"/>
                </a:lnTo>
                <a:lnTo>
                  <a:pt x="5701252" y="708628"/>
                </a:lnTo>
                <a:lnTo>
                  <a:pt x="5716889" y="685419"/>
                </a:lnTo>
                <a:lnTo>
                  <a:pt x="5722620" y="656971"/>
                </a:lnTo>
                <a:lnTo>
                  <a:pt x="5722620" y="73025"/>
                </a:lnTo>
                <a:lnTo>
                  <a:pt x="5716889" y="44576"/>
                </a:lnTo>
                <a:lnTo>
                  <a:pt x="5701252" y="21367"/>
                </a:lnTo>
                <a:lnTo>
                  <a:pt x="5678043" y="5730"/>
                </a:lnTo>
                <a:lnTo>
                  <a:pt x="5649595"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19" name="object 20"/>
          <p:cNvSpPr/>
          <p:nvPr/>
        </p:nvSpPr>
        <p:spPr>
          <a:xfrm>
            <a:off x="2103480" y="226008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0" y="73025"/>
                </a:moveTo>
                <a:lnTo>
                  <a:pt x="5730" y="44576"/>
                </a:lnTo>
                <a:lnTo>
                  <a:pt x="21367" y="21367"/>
                </a:lnTo>
                <a:lnTo>
                  <a:pt x="44576" y="5730"/>
                </a:lnTo>
                <a:lnTo>
                  <a:pt x="73025" y="0"/>
                </a:lnTo>
                <a:lnTo>
                  <a:pt x="5649595" y="0"/>
                </a:lnTo>
                <a:lnTo>
                  <a:pt x="5678043" y="5730"/>
                </a:lnTo>
                <a:lnTo>
                  <a:pt x="5701252" y="21367"/>
                </a:lnTo>
                <a:lnTo>
                  <a:pt x="5716889" y="44576"/>
                </a:lnTo>
                <a:lnTo>
                  <a:pt x="5722620" y="73025"/>
                </a:lnTo>
                <a:lnTo>
                  <a:pt x="5722620" y="656971"/>
                </a:lnTo>
                <a:lnTo>
                  <a:pt x="5716889" y="685419"/>
                </a:lnTo>
                <a:lnTo>
                  <a:pt x="5701252" y="708628"/>
                </a:lnTo>
                <a:lnTo>
                  <a:pt x="5678043" y="724265"/>
                </a:lnTo>
                <a:lnTo>
                  <a:pt x="5649595" y="729996"/>
                </a:lnTo>
                <a:lnTo>
                  <a:pt x="73025" y="729996"/>
                </a:lnTo>
                <a:lnTo>
                  <a:pt x="44576" y="724265"/>
                </a:lnTo>
                <a:lnTo>
                  <a:pt x="21367" y="708628"/>
                </a:lnTo>
                <a:lnTo>
                  <a:pt x="5730" y="685419"/>
                </a:lnTo>
                <a:lnTo>
                  <a:pt x="0" y="656971"/>
                </a:lnTo>
                <a:lnTo>
                  <a:pt x="0" y="73025"/>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0" name="object 21"/>
          <p:cNvSpPr/>
          <p:nvPr/>
        </p:nvSpPr>
        <p:spPr>
          <a:xfrm>
            <a:off x="1715400" y="1637640"/>
            <a:ext cx="409680" cy="2461680"/>
          </a:xfrm>
          <a:custGeom>
            <a:avLst/>
            <a:gdLst>
              <a:gd name="textAreaLeft" fmla="*/ 0 w 409680"/>
              <a:gd name="textAreaRight" fmla="*/ 410040 w 409680"/>
              <a:gd name="textAreaTop" fmla="*/ 0 h 2461680"/>
              <a:gd name="textAreaBottom" fmla="*/ 2462040 h 2461680"/>
            </a:gdLst>
            <a:ahLst/>
            <a:cxnLst/>
            <a:rect l="textAreaLeft" t="textAreaTop" r="textAreaRight" b="textAreaBottom"/>
            <a:pathLst>
              <a:path w="410210" h="2461895">
                <a:moveTo>
                  <a:pt x="0" y="0"/>
                </a:moveTo>
                <a:lnTo>
                  <a:pt x="0" y="2461895"/>
                </a:lnTo>
                <a:lnTo>
                  <a:pt x="409956" y="2461895"/>
                </a:lnTo>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1" name="object 22"/>
          <p:cNvSpPr/>
          <p:nvPr/>
        </p:nvSpPr>
        <p:spPr>
          <a:xfrm>
            <a:off x="2164320" y="305280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5649595" y="0"/>
                </a:moveTo>
                <a:lnTo>
                  <a:pt x="73025" y="0"/>
                </a:lnTo>
                <a:lnTo>
                  <a:pt x="44576" y="5730"/>
                </a:lnTo>
                <a:lnTo>
                  <a:pt x="21367" y="21367"/>
                </a:lnTo>
                <a:lnTo>
                  <a:pt x="5730" y="44576"/>
                </a:lnTo>
                <a:lnTo>
                  <a:pt x="0" y="73025"/>
                </a:lnTo>
                <a:lnTo>
                  <a:pt x="0" y="656970"/>
                </a:lnTo>
                <a:lnTo>
                  <a:pt x="5730" y="685419"/>
                </a:lnTo>
                <a:lnTo>
                  <a:pt x="21367" y="708628"/>
                </a:lnTo>
                <a:lnTo>
                  <a:pt x="44576" y="724265"/>
                </a:lnTo>
                <a:lnTo>
                  <a:pt x="73025" y="729995"/>
                </a:lnTo>
                <a:lnTo>
                  <a:pt x="5649595" y="729995"/>
                </a:lnTo>
                <a:lnTo>
                  <a:pt x="5678042" y="724265"/>
                </a:lnTo>
                <a:lnTo>
                  <a:pt x="5701252" y="708628"/>
                </a:lnTo>
                <a:lnTo>
                  <a:pt x="5716889" y="685419"/>
                </a:lnTo>
                <a:lnTo>
                  <a:pt x="5722620" y="656970"/>
                </a:lnTo>
                <a:lnTo>
                  <a:pt x="5722620" y="73025"/>
                </a:lnTo>
                <a:lnTo>
                  <a:pt x="5716889" y="44576"/>
                </a:lnTo>
                <a:lnTo>
                  <a:pt x="5701252" y="21367"/>
                </a:lnTo>
                <a:lnTo>
                  <a:pt x="5678043" y="5730"/>
                </a:lnTo>
                <a:lnTo>
                  <a:pt x="5649595"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2" name="object 23"/>
          <p:cNvSpPr/>
          <p:nvPr/>
        </p:nvSpPr>
        <p:spPr>
          <a:xfrm>
            <a:off x="2226600" y="3918600"/>
            <a:ext cx="5598720" cy="729720"/>
          </a:xfrm>
          <a:custGeom>
            <a:avLst/>
            <a:gdLst>
              <a:gd name="textAreaLeft" fmla="*/ 0 w 5598720"/>
              <a:gd name="textAreaRight" fmla="*/ 5599080 w 5598720"/>
              <a:gd name="textAreaTop" fmla="*/ 0 h 729720"/>
              <a:gd name="textAreaBottom" fmla="*/ 730080 h 729720"/>
            </a:gdLst>
            <a:ahLst/>
            <a:cxnLst/>
            <a:rect l="textAreaLeft" t="textAreaTop" r="textAreaRight" b="textAreaBottom"/>
            <a:pathLst>
              <a:path w="5722620" h="730250">
                <a:moveTo>
                  <a:pt x="0" y="73025"/>
                </a:moveTo>
                <a:lnTo>
                  <a:pt x="5730" y="44576"/>
                </a:lnTo>
                <a:lnTo>
                  <a:pt x="21367" y="21367"/>
                </a:lnTo>
                <a:lnTo>
                  <a:pt x="44576" y="5730"/>
                </a:lnTo>
                <a:lnTo>
                  <a:pt x="73025" y="0"/>
                </a:lnTo>
                <a:lnTo>
                  <a:pt x="5649595" y="0"/>
                </a:lnTo>
                <a:lnTo>
                  <a:pt x="5678043" y="5730"/>
                </a:lnTo>
                <a:lnTo>
                  <a:pt x="5701252" y="21367"/>
                </a:lnTo>
                <a:lnTo>
                  <a:pt x="5716889" y="44576"/>
                </a:lnTo>
                <a:lnTo>
                  <a:pt x="5722620" y="73025"/>
                </a:lnTo>
                <a:lnTo>
                  <a:pt x="5722620" y="656970"/>
                </a:lnTo>
                <a:lnTo>
                  <a:pt x="5716889" y="685419"/>
                </a:lnTo>
                <a:lnTo>
                  <a:pt x="5701252" y="708628"/>
                </a:lnTo>
                <a:lnTo>
                  <a:pt x="5678043" y="724265"/>
                </a:lnTo>
                <a:lnTo>
                  <a:pt x="5649595" y="729995"/>
                </a:lnTo>
                <a:lnTo>
                  <a:pt x="73025" y="729995"/>
                </a:lnTo>
                <a:lnTo>
                  <a:pt x="44576" y="724265"/>
                </a:lnTo>
                <a:lnTo>
                  <a:pt x="21367" y="708628"/>
                </a:lnTo>
                <a:lnTo>
                  <a:pt x="5730" y="685419"/>
                </a:lnTo>
                <a:lnTo>
                  <a:pt x="0" y="656970"/>
                </a:lnTo>
                <a:lnTo>
                  <a:pt x="0" y="73025"/>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3" name="object 24"/>
          <p:cNvSpPr/>
          <p:nvPr/>
        </p:nvSpPr>
        <p:spPr>
          <a:xfrm>
            <a:off x="1715400" y="1637640"/>
            <a:ext cx="409680" cy="3376080"/>
          </a:xfrm>
          <a:custGeom>
            <a:avLst/>
            <a:gdLst>
              <a:gd name="textAreaLeft" fmla="*/ 0 w 409680"/>
              <a:gd name="textAreaRight" fmla="*/ 410040 w 409680"/>
              <a:gd name="textAreaTop" fmla="*/ 0 h 3376080"/>
              <a:gd name="textAreaBottom" fmla="*/ 3376440 h 3376080"/>
            </a:gdLst>
            <a:ahLst/>
            <a:cxnLst/>
            <a:rect l="textAreaLeft" t="textAreaTop" r="textAreaRight" b="textAreaBottom"/>
            <a:pathLst>
              <a:path w="410210" h="3376295">
                <a:moveTo>
                  <a:pt x="0" y="0"/>
                </a:moveTo>
                <a:lnTo>
                  <a:pt x="0" y="3376295"/>
                </a:lnTo>
                <a:lnTo>
                  <a:pt x="409956" y="3376295"/>
                </a:lnTo>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4" name="object 25"/>
          <p:cNvSpPr/>
          <p:nvPr/>
        </p:nvSpPr>
        <p:spPr>
          <a:xfrm>
            <a:off x="2165040" y="391860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5649595" y="0"/>
                </a:moveTo>
                <a:lnTo>
                  <a:pt x="73025" y="0"/>
                </a:lnTo>
                <a:lnTo>
                  <a:pt x="44576" y="5730"/>
                </a:lnTo>
                <a:lnTo>
                  <a:pt x="21367" y="21367"/>
                </a:lnTo>
                <a:lnTo>
                  <a:pt x="5730" y="44576"/>
                </a:lnTo>
                <a:lnTo>
                  <a:pt x="0" y="73025"/>
                </a:lnTo>
                <a:lnTo>
                  <a:pt x="0" y="656971"/>
                </a:lnTo>
                <a:lnTo>
                  <a:pt x="5730" y="685419"/>
                </a:lnTo>
                <a:lnTo>
                  <a:pt x="21367" y="708628"/>
                </a:lnTo>
                <a:lnTo>
                  <a:pt x="44576" y="724265"/>
                </a:lnTo>
                <a:lnTo>
                  <a:pt x="73025" y="729996"/>
                </a:lnTo>
                <a:lnTo>
                  <a:pt x="5649595" y="729996"/>
                </a:lnTo>
                <a:lnTo>
                  <a:pt x="5678043" y="724265"/>
                </a:lnTo>
                <a:lnTo>
                  <a:pt x="5701252" y="708628"/>
                </a:lnTo>
                <a:lnTo>
                  <a:pt x="5716889" y="685419"/>
                </a:lnTo>
                <a:lnTo>
                  <a:pt x="5722620" y="656971"/>
                </a:lnTo>
                <a:lnTo>
                  <a:pt x="5722620" y="73025"/>
                </a:lnTo>
                <a:lnTo>
                  <a:pt x="5716889" y="44576"/>
                </a:lnTo>
                <a:lnTo>
                  <a:pt x="5701252" y="21367"/>
                </a:lnTo>
                <a:lnTo>
                  <a:pt x="5678043" y="5730"/>
                </a:lnTo>
                <a:lnTo>
                  <a:pt x="5649595"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5" name="object 26"/>
          <p:cNvSpPr/>
          <p:nvPr/>
        </p:nvSpPr>
        <p:spPr>
          <a:xfrm>
            <a:off x="2125080" y="464904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0" y="73025"/>
                </a:moveTo>
                <a:lnTo>
                  <a:pt x="5730" y="44576"/>
                </a:lnTo>
                <a:lnTo>
                  <a:pt x="21367" y="21367"/>
                </a:lnTo>
                <a:lnTo>
                  <a:pt x="44576" y="5730"/>
                </a:lnTo>
                <a:lnTo>
                  <a:pt x="73025" y="0"/>
                </a:lnTo>
                <a:lnTo>
                  <a:pt x="5649595" y="0"/>
                </a:lnTo>
                <a:lnTo>
                  <a:pt x="5678043" y="5730"/>
                </a:lnTo>
                <a:lnTo>
                  <a:pt x="5701252" y="21367"/>
                </a:lnTo>
                <a:lnTo>
                  <a:pt x="5716889" y="44576"/>
                </a:lnTo>
                <a:lnTo>
                  <a:pt x="5722620" y="73025"/>
                </a:lnTo>
                <a:lnTo>
                  <a:pt x="5722620" y="656971"/>
                </a:lnTo>
                <a:lnTo>
                  <a:pt x="5716889" y="685419"/>
                </a:lnTo>
                <a:lnTo>
                  <a:pt x="5701252" y="708628"/>
                </a:lnTo>
                <a:lnTo>
                  <a:pt x="5678043" y="724265"/>
                </a:lnTo>
                <a:lnTo>
                  <a:pt x="5649595" y="729996"/>
                </a:lnTo>
                <a:lnTo>
                  <a:pt x="73025" y="729996"/>
                </a:lnTo>
                <a:lnTo>
                  <a:pt x="44576" y="724265"/>
                </a:lnTo>
                <a:lnTo>
                  <a:pt x="21367" y="708628"/>
                </a:lnTo>
                <a:lnTo>
                  <a:pt x="5730" y="685419"/>
                </a:lnTo>
                <a:lnTo>
                  <a:pt x="0" y="656971"/>
                </a:lnTo>
                <a:lnTo>
                  <a:pt x="0" y="73025"/>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6" name="object 27"/>
          <p:cNvSpPr/>
          <p:nvPr/>
        </p:nvSpPr>
        <p:spPr>
          <a:xfrm>
            <a:off x="1715400" y="1637640"/>
            <a:ext cx="409680" cy="4290480"/>
          </a:xfrm>
          <a:custGeom>
            <a:avLst/>
            <a:gdLst>
              <a:gd name="textAreaLeft" fmla="*/ 0 w 409680"/>
              <a:gd name="textAreaRight" fmla="*/ 410040 w 409680"/>
              <a:gd name="textAreaTop" fmla="*/ 0 h 4290480"/>
              <a:gd name="textAreaBottom" fmla="*/ 4290840 h 4290480"/>
            </a:gdLst>
            <a:ahLst/>
            <a:cxnLst/>
            <a:rect l="textAreaLeft" t="textAreaTop" r="textAreaRight" b="textAreaBottom"/>
            <a:pathLst>
              <a:path w="410210" h="4290695">
                <a:moveTo>
                  <a:pt x="0" y="0"/>
                </a:moveTo>
                <a:lnTo>
                  <a:pt x="0" y="4290644"/>
                </a:lnTo>
                <a:lnTo>
                  <a:pt x="409956" y="4290644"/>
                </a:lnTo>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7" name="object 28"/>
          <p:cNvSpPr/>
          <p:nvPr/>
        </p:nvSpPr>
        <p:spPr>
          <a:xfrm>
            <a:off x="2165040" y="480456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5649595" y="0"/>
                </a:moveTo>
                <a:lnTo>
                  <a:pt x="73025" y="0"/>
                </a:lnTo>
                <a:lnTo>
                  <a:pt x="44576" y="5735"/>
                </a:lnTo>
                <a:lnTo>
                  <a:pt x="21367" y="21378"/>
                </a:lnTo>
                <a:lnTo>
                  <a:pt x="5730" y="44582"/>
                </a:lnTo>
                <a:lnTo>
                  <a:pt x="0" y="72999"/>
                </a:lnTo>
                <a:lnTo>
                  <a:pt x="0" y="656996"/>
                </a:lnTo>
                <a:lnTo>
                  <a:pt x="5730" y="685413"/>
                </a:lnTo>
                <a:lnTo>
                  <a:pt x="21367" y="708617"/>
                </a:lnTo>
                <a:lnTo>
                  <a:pt x="44577" y="724260"/>
                </a:lnTo>
                <a:lnTo>
                  <a:pt x="73025" y="729996"/>
                </a:lnTo>
                <a:lnTo>
                  <a:pt x="5649595" y="729996"/>
                </a:lnTo>
                <a:lnTo>
                  <a:pt x="5678043" y="724260"/>
                </a:lnTo>
                <a:lnTo>
                  <a:pt x="5701252" y="708617"/>
                </a:lnTo>
                <a:lnTo>
                  <a:pt x="5716889" y="685413"/>
                </a:lnTo>
                <a:lnTo>
                  <a:pt x="5722620" y="656996"/>
                </a:lnTo>
                <a:lnTo>
                  <a:pt x="5722620" y="72999"/>
                </a:lnTo>
                <a:lnTo>
                  <a:pt x="5716889" y="44582"/>
                </a:lnTo>
                <a:lnTo>
                  <a:pt x="5701252" y="21378"/>
                </a:lnTo>
                <a:lnTo>
                  <a:pt x="5678043" y="5735"/>
                </a:lnTo>
                <a:lnTo>
                  <a:pt x="5649595" y="0"/>
                </a:lnTo>
                <a:close/>
              </a:path>
            </a:pathLst>
          </a:custGeom>
          <a:solidFill>
            <a:srgbClr val="000079"/>
          </a:solidFill>
          <a:ln w="0">
            <a:noFill/>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8" name="object 29"/>
          <p:cNvSpPr/>
          <p:nvPr/>
        </p:nvSpPr>
        <p:spPr>
          <a:xfrm>
            <a:off x="2125080" y="5563440"/>
            <a:ext cx="5722200" cy="729720"/>
          </a:xfrm>
          <a:custGeom>
            <a:avLst/>
            <a:gdLst>
              <a:gd name="textAreaLeft" fmla="*/ 0 w 5722200"/>
              <a:gd name="textAreaRight" fmla="*/ 5722560 w 5722200"/>
              <a:gd name="textAreaTop" fmla="*/ 0 h 729720"/>
              <a:gd name="textAreaBottom" fmla="*/ 730080 h 729720"/>
            </a:gdLst>
            <a:ahLst/>
            <a:cxnLst/>
            <a:rect l="textAreaLeft" t="textAreaTop" r="textAreaRight" b="textAreaBottom"/>
            <a:pathLst>
              <a:path w="5722620" h="730250">
                <a:moveTo>
                  <a:pt x="0" y="72999"/>
                </a:moveTo>
                <a:lnTo>
                  <a:pt x="5730" y="44582"/>
                </a:lnTo>
                <a:lnTo>
                  <a:pt x="21367" y="21378"/>
                </a:lnTo>
                <a:lnTo>
                  <a:pt x="44576" y="5735"/>
                </a:lnTo>
                <a:lnTo>
                  <a:pt x="73025" y="0"/>
                </a:lnTo>
                <a:lnTo>
                  <a:pt x="5649595" y="0"/>
                </a:lnTo>
                <a:lnTo>
                  <a:pt x="5678043" y="5735"/>
                </a:lnTo>
                <a:lnTo>
                  <a:pt x="5701252" y="21378"/>
                </a:lnTo>
                <a:lnTo>
                  <a:pt x="5716889" y="44582"/>
                </a:lnTo>
                <a:lnTo>
                  <a:pt x="5722620" y="72999"/>
                </a:lnTo>
                <a:lnTo>
                  <a:pt x="5722620" y="656996"/>
                </a:lnTo>
                <a:lnTo>
                  <a:pt x="5716889" y="685413"/>
                </a:lnTo>
                <a:lnTo>
                  <a:pt x="5701252" y="708617"/>
                </a:lnTo>
                <a:lnTo>
                  <a:pt x="5678043" y="724260"/>
                </a:lnTo>
                <a:lnTo>
                  <a:pt x="5649595" y="729996"/>
                </a:lnTo>
                <a:lnTo>
                  <a:pt x="73025" y="729996"/>
                </a:lnTo>
                <a:lnTo>
                  <a:pt x="44576" y="724260"/>
                </a:lnTo>
                <a:lnTo>
                  <a:pt x="21367" y="708617"/>
                </a:lnTo>
                <a:lnTo>
                  <a:pt x="5730" y="685413"/>
                </a:lnTo>
                <a:lnTo>
                  <a:pt x="0" y="656996"/>
                </a:lnTo>
                <a:lnTo>
                  <a:pt x="0" y="72999"/>
                </a:lnTo>
                <a:close/>
              </a:path>
            </a:pathLst>
          </a:custGeom>
          <a:noFill/>
          <a:ln w="25908">
            <a:solidFill>
              <a:srgbClr val="FFFFFF"/>
            </a:solidFill>
            <a:round/>
          </a:ln>
        </p:spPr>
        <p:style>
          <a:lnRef idx="0"/>
          <a:fillRef idx="0"/>
          <a:effectRef idx="0"/>
          <a:fontRef idx="minor"/>
        </p:style>
        <p:txBody>
          <a:bodyPr lIns="0" tIns="0" rIns="0" bIns="0" anchor="t">
            <a:noAutofit/>
          </a:bodyPr>
          <a:p>
            <a:endParaRPr lang="en-US" sz="1800" b="0" u="none" strike="noStrike">
              <a:solidFill>
                <a:schemeClr val="dk1"/>
              </a:solidFill>
              <a:effectLst/>
              <a:uFillTx/>
              <a:latin typeface="Lucida Sans Unicode"/>
            </a:endParaRPr>
          </a:p>
        </p:txBody>
      </p:sp>
      <p:sp>
        <p:nvSpPr>
          <p:cNvPr id="229" name="object 30"/>
          <p:cNvSpPr/>
          <p:nvPr/>
        </p:nvSpPr>
        <p:spPr>
          <a:xfrm>
            <a:off x="2280600" y="1525320"/>
            <a:ext cx="5033160" cy="3800880"/>
          </a:xfrm>
          <a:prstGeom prst="rect">
            <a:avLst/>
          </a:prstGeom>
          <a:noFill/>
          <a:ln w="0">
            <a:noFill/>
          </a:ln>
        </p:spPr>
        <p:style>
          <a:lnRef idx="0"/>
          <a:fillRef idx="0"/>
          <a:effectRef idx="0"/>
          <a:fontRef idx="minor"/>
        </p:style>
        <p:txBody>
          <a:bodyPr lIns="0" tIns="13320" rIns="0" bIns="0" anchor="t">
            <a:spAutoFit/>
          </a:bodyPr>
          <a:p>
            <a:pPr marL="1440" algn="ctr" defTabSz="914400">
              <a:lnSpc>
                <a:spcPct val="100000"/>
              </a:lnSpc>
              <a:spcBef>
                <a:spcPts val="105"/>
              </a:spcBef>
            </a:pPr>
            <a:r>
              <a:rPr lang="en-US" sz="3200" b="0" u="none" strike="noStrike">
                <a:solidFill>
                  <a:srgbClr val="FFFFFF"/>
                </a:solidFill>
                <a:effectLst/>
                <a:uFillTx/>
                <a:latin typeface="Arial"/>
              </a:rPr>
              <a:t>Gene</a:t>
            </a:r>
            <a:r>
              <a:rPr lang="en-US" sz="3200" b="0" u="none" spc="-40" strike="noStrike">
                <a:solidFill>
                  <a:srgbClr val="FFFFFF"/>
                </a:solidFill>
                <a:effectLst/>
                <a:uFillTx/>
                <a:latin typeface="Arial"/>
              </a:rPr>
              <a:t> </a:t>
            </a:r>
            <a:r>
              <a:rPr lang="en-US" sz="3200" b="0" u="none" spc="-6" strike="noStrike">
                <a:solidFill>
                  <a:srgbClr val="FFFFFF"/>
                </a:solidFill>
                <a:effectLst/>
                <a:uFillTx/>
                <a:latin typeface="Arial"/>
              </a:rPr>
              <a:t>amplification</a:t>
            </a:r>
            <a:endParaRPr lang="en-US" sz="3200" b="0" u="none" strike="noStrike">
              <a:solidFill>
                <a:srgbClr val="000000"/>
              </a:solidFill>
              <a:effectLst/>
              <a:uFillTx/>
              <a:latin typeface="Arial"/>
            </a:endParaRPr>
          </a:p>
          <a:p>
            <a:pPr marL="12240" indent="-1440" algn="ctr" defTabSz="914400">
              <a:lnSpc>
                <a:spcPct val="187000"/>
              </a:lnSpc>
              <a:spcBef>
                <a:spcPts val="204"/>
              </a:spcBef>
              <a:tabLst>
                <a:tab pos="0" algn="l"/>
              </a:tabLst>
            </a:pPr>
            <a:r>
              <a:rPr lang="en-US" sz="3200" b="0" u="none" strike="noStrike">
                <a:solidFill>
                  <a:srgbClr val="FFFFFF"/>
                </a:solidFill>
                <a:effectLst/>
                <a:uFillTx/>
                <a:latin typeface="Arial"/>
              </a:rPr>
              <a:t>Gene </a:t>
            </a:r>
            <a:r>
              <a:rPr lang="en-US" sz="3200" b="0" u="none" spc="-6" strike="noStrike">
                <a:solidFill>
                  <a:srgbClr val="FFFFFF"/>
                </a:solidFill>
                <a:effectLst/>
                <a:uFillTx/>
                <a:latin typeface="Arial"/>
              </a:rPr>
              <a:t>re-arrangement  Regulation </a:t>
            </a:r>
            <a:r>
              <a:rPr lang="en-US" sz="3200" b="0" u="none" strike="noStrike">
                <a:solidFill>
                  <a:srgbClr val="FFFFFF"/>
                </a:solidFill>
                <a:effectLst/>
                <a:uFillTx/>
                <a:latin typeface="Arial"/>
              </a:rPr>
              <a:t>of </a:t>
            </a:r>
            <a:r>
              <a:rPr lang="en-US" sz="3200" b="0" u="none" spc="-6" strike="noStrike">
                <a:solidFill>
                  <a:srgbClr val="FFFFFF"/>
                </a:solidFill>
                <a:effectLst/>
                <a:uFillTx/>
                <a:latin typeface="Arial"/>
              </a:rPr>
              <a:t>transcription  A</a:t>
            </a:r>
            <a:r>
              <a:rPr lang="en-US" sz="3200" b="0" u="none" strike="noStrike">
                <a:solidFill>
                  <a:srgbClr val="FFFFFF"/>
                </a:solidFill>
                <a:effectLst/>
                <a:uFillTx/>
                <a:latin typeface="Arial"/>
              </a:rPr>
              <a:t>lternative</a:t>
            </a:r>
            <a:r>
              <a:rPr lang="en-US" sz="3200" b="0" u="none" spc="-14" strike="noStrike">
                <a:solidFill>
                  <a:srgbClr val="FFFFFF"/>
                </a:solidFill>
                <a:effectLst/>
                <a:uFillTx/>
                <a:latin typeface="Arial"/>
              </a:rPr>
              <a:t> </a:t>
            </a:r>
            <a:r>
              <a:rPr lang="en-US" sz="3200" b="0" u="none" strike="noStrike">
                <a:solidFill>
                  <a:srgbClr val="FFFFFF"/>
                </a:solidFill>
                <a:effectLst/>
                <a:uFillTx/>
                <a:latin typeface="Arial"/>
              </a:rPr>
              <a:t>splicing</a:t>
            </a:r>
            <a:endParaRPr lang="en-US" sz="3200" b="0" u="none" strike="noStrike">
              <a:solidFill>
                <a:srgbClr val="000000"/>
              </a:solidFill>
              <a:effectLst/>
              <a:uFillTx/>
              <a:latin typeface="Arial"/>
            </a:endParaRPr>
          </a:p>
          <a:p>
            <a:pPr algn="ctr" defTabSz="914400">
              <a:lnSpc>
                <a:spcPct val="100000"/>
              </a:lnSpc>
              <a:tabLst>
                <a:tab pos="0" algn="l"/>
              </a:tabLst>
            </a:pPr>
            <a:r>
              <a:rPr lang="en-US" sz="3200" b="0" u="none" strike="noStrike">
                <a:solidFill>
                  <a:srgbClr val="FFFFFF"/>
                </a:solidFill>
                <a:effectLst/>
                <a:uFillTx/>
                <a:latin typeface="Arial"/>
              </a:rPr>
              <a:t>RNA</a:t>
            </a:r>
            <a:r>
              <a:rPr lang="en-US" sz="3200" b="0" u="none" spc="-201" strike="noStrike">
                <a:solidFill>
                  <a:srgbClr val="FFFFFF"/>
                </a:solidFill>
                <a:effectLst/>
                <a:uFillTx/>
                <a:latin typeface="Arial"/>
              </a:rPr>
              <a:t> </a:t>
            </a:r>
            <a:r>
              <a:rPr lang="en-US" sz="3200" b="0" u="none" spc="-6" strike="noStrike">
                <a:solidFill>
                  <a:srgbClr val="FFFFFF"/>
                </a:solidFill>
                <a:effectLst/>
                <a:uFillTx/>
                <a:latin typeface="Arial"/>
              </a:rPr>
              <a:t>editing</a:t>
            </a:r>
            <a:endParaRPr lang="en-US" sz="3200" b="0" u="none" strike="noStrike">
              <a:solidFill>
                <a:srgbClr val="000000"/>
              </a:solidFill>
              <a:effectLst/>
              <a:uFillTx/>
              <a:latin typeface="Arial"/>
            </a:endParaRPr>
          </a:p>
        </p:txBody>
      </p:sp>
      <p:sp>
        <p:nvSpPr>
          <p:cNvPr id="230" name="TextBox 2"/>
          <p:cNvSpPr/>
          <p:nvPr/>
        </p:nvSpPr>
        <p:spPr>
          <a:xfrm>
            <a:off x="2167200" y="5768640"/>
            <a:ext cx="5680440" cy="510480"/>
          </a:xfrm>
          <a:prstGeom prst="flowChartAlternateProcess">
            <a:avLst/>
          </a:prstGeom>
          <a:solidFill>
            <a:srgbClr val="000099"/>
          </a:solidFill>
          <a:ln w="0">
            <a:noFill/>
          </a:ln>
        </p:spPr>
        <p:style>
          <a:lnRef idx="0"/>
          <a:fillRef idx="0"/>
          <a:effectRef idx="0"/>
          <a:fontRef idx="minor"/>
        </p:style>
        <p:txBody>
          <a:bodyPr lIns="90000" tIns="45000" rIns="90000" bIns="45000" anchor="t">
            <a:spAutoFit/>
          </a:bodyPr>
          <a:p>
            <a:pPr defTabSz="914400">
              <a:lnSpc>
                <a:spcPct val="100000"/>
              </a:lnSpc>
            </a:pPr>
            <a:r>
              <a:rPr lang="en-US" sz="2400" b="1" u="none" strike="noStrike">
                <a:solidFill>
                  <a:schemeClr val="lt1"/>
                </a:solidFill>
                <a:effectLst/>
                <a:uFillTx/>
                <a:latin typeface="Lucida Sans Unicode"/>
              </a:rPr>
              <a:t>Post Translational Modifications</a:t>
            </a:r>
            <a:endParaRPr lang="en-US" sz="2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493560" y="414360"/>
            <a:ext cx="8229240" cy="1142640"/>
          </a:xfrm>
          <a:prstGeom prst="rect">
            <a:avLst/>
          </a:prstGeom>
          <a:noFill/>
          <a:ln w="0">
            <a:noFill/>
          </a:ln>
        </p:spPr>
        <p:txBody>
          <a:bodyPr lIns="90000" tIns="45000" rIns="90000" bIns="45000" anchor="ctr">
            <a:noAutofit/>
          </a:bodyPr>
          <a:p>
            <a:pPr indent="0" algn="l">
              <a:lnSpc>
                <a:spcPct val="100000"/>
              </a:lnSpc>
              <a:buNone/>
            </a:pPr>
            <a:r>
              <a:rPr lang="en-US" sz="3200" b="1" u="none" strike="noStrike">
                <a:solidFill>
                  <a:srgbClr val="800000"/>
                </a:solidFill>
                <a:effectLst/>
                <a:uFillTx/>
                <a:latin typeface="Times New Roman"/>
              </a:rPr>
              <a:t>Control of Gene Expression</a:t>
            </a:r>
            <a:endParaRPr lang="en-US" sz="3200" b="1" u="none" strike="noStrike">
              <a:solidFill>
                <a:schemeClr val="dk2"/>
              </a:solidFill>
              <a:effectLst/>
              <a:uFillTx/>
              <a:latin typeface="Lucida Sans Unicode"/>
            </a:endParaRPr>
          </a:p>
        </p:txBody>
      </p:sp>
      <p:sp>
        <p:nvSpPr>
          <p:cNvPr id="232" name="PlaceHolder 2"/>
          <p:cNvSpPr>
            <a:spLocks noGrp="1"/>
          </p:cNvSpPr>
          <p:nvPr>
            <p:ph/>
          </p:nvPr>
        </p:nvSpPr>
        <p:spPr>
          <a:xfrm>
            <a:off x="457200" y="1481400"/>
            <a:ext cx="8229240" cy="4525560"/>
          </a:xfrm>
          <a:prstGeom prst="rect">
            <a:avLst/>
          </a:prstGeom>
          <a:noFill/>
          <a:ln w="0">
            <a:noFill/>
          </a:ln>
        </p:spPr>
        <p:txBody>
          <a:bodyPr lIns="90000" tIns="45000" rIns="90000" bIns="45000" anchor="t">
            <a:noAutofit/>
          </a:bodyPr>
          <a:p>
            <a:pPr indent="0" algn="l">
              <a:spcBef>
                <a:spcPts val="400"/>
              </a:spcBef>
              <a:buNone/>
            </a:pPr>
            <a:endParaRPr lang="en-US" sz="2700" b="0" u="none" strike="noStrike">
              <a:solidFill>
                <a:schemeClr val="dk1"/>
              </a:solidFill>
              <a:effectLst/>
              <a:uFillTx/>
              <a:latin typeface="Lucida Sans Unicode"/>
            </a:endParaRPr>
          </a:p>
        </p:txBody>
      </p:sp>
      <p:sp>
        <p:nvSpPr>
          <p:cNvPr id="233" name="PlaceHolder 3"/>
          <p:cNvSpPr>
            <a:spLocks noGrp="1"/>
          </p:cNvSpPr>
          <p:nvPr>
            <p:ph type="sldNum" idx="40"/>
          </p:nvPr>
        </p:nvSpPr>
        <p:spPr>
          <a:xfrm>
            <a:off x="8647200" y="6408000"/>
            <a:ext cx="365400" cy="364680"/>
          </a:xfrm>
          <a:prstGeom prst="rect">
            <a:avLst/>
          </a:prstGeom>
          <a:noFill/>
          <a:ln w="0">
            <a:noFill/>
          </a:ln>
        </p:spPr>
        <p:txBody>
          <a:bodyPr lIns="90000" tIns="45000" rIns="90000" bIns="45000" anchor="b">
            <a:noAutofit/>
          </a:bodyPr>
          <a:lstStyle>
            <a:lvl1pPr indent="0" algn="r" defTabSz="914400">
              <a:lnSpc>
                <a:spcPct val="100000"/>
              </a:lnSpc>
              <a:buNone/>
              <a:defRPr lang="en-US" sz="1000" b="0" u="none" strike="noStrike">
                <a:solidFill>
                  <a:schemeClr val="dk1"/>
                </a:solidFill>
                <a:effectLst/>
                <a:uFillTx/>
                <a:latin typeface="Lucida Sans Unicode"/>
              </a:defRPr>
            </a:lvl1pPr>
          </a:lstStyle>
          <a:p>
            <a:pPr indent="0" algn="r" defTabSz="914400">
              <a:lnSpc>
                <a:spcPct val="100000"/>
              </a:lnSpc>
              <a:buNone/>
            </a:pPr>
            <a:fld id="{783B51B2-4D19-481A-84C2-CD8114A4230F}" type="slidenum">
              <a:rPr lang="en-US" sz="1000" b="0" u="none" strike="noStrike">
                <a:solidFill>
                  <a:schemeClr val="dk1"/>
                </a:solidFill>
                <a:effectLst/>
                <a:uFillTx/>
                <a:latin typeface="Lucida Sans Unicode"/>
              </a:rPr>
              <a:t>&lt;number&gt;</a:t>
            </a:fld>
            <a:endParaRPr lang="en-US" sz="1000" b="0" u="none" strike="noStrike">
              <a:solidFill>
                <a:srgbClr val="000000"/>
              </a:solidFill>
              <a:effectLst/>
              <a:uFillTx/>
              <a:latin typeface="Times New Roman"/>
            </a:endParaRPr>
          </a:p>
        </p:txBody>
      </p:sp>
      <p:pic>
        <p:nvPicPr>
          <p:cNvPr id="234" name="Picture 2"/>
          <p:cNvPicPr/>
          <p:nvPr/>
        </p:nvPicPr>
        <p:blipFill>
          <a:blip r:embed="rId1"/>
          <a:stretch/>
        </p:blipFill>
        <p:spPr>
          <a:xfrm>
            <a:off x="395280" y="1557360"/>
            <a:ext cx="8424360" cy="4731840"/>
          </a:xfrm>
          <a:prstGeom prst="rect">
            <a:avLst/>
          </a:prstGeom>
          <a:noFill/>
          <a:ln w="0">
            <a:noFill/>
          </a:ln>
        </p:spPr>
      </p:pic>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_rels/theme2.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pitchFamily="0" charset="1"/>
        <a:ea typeface=""/>
        <a:cs typeface=""/>
      </a:majorFont>
      <a:minorFont>
        <a:latin typeface="Lucida Sans Unicode" pitchFamily="0" charset="1"/>
        <a:ea typeface=""/>
        <a:cs typeface=""/>
      </a:minorFont>
    </a:fontScheme>
    <a:fmtScheme>
      <a:fillStyleLst>
        <a:solidFill>
          <a:schemeClr val="phClr"/>
        </a:solidFill>
        <a:gradFill>
          <a:gsLst>
            <a:gs pos="0">
              <a:schemeClr val="phClr">
                <a:tint val="62000"/>
              </a:schemeClr>
            </a:gs>
            <a:gs pos="65000">
              <a:schemeClr val="phClr">
                <a:tint val="32000"/>
              </a:schemeClr>
            </a:gs>
            <a:gs pos="100000">
              <a:schemeClr val="phClr">
                <a:tint val="23000"/>
              </a:schemeClr>
            </a:gs>
          </a:gsLst>
          <a:lin ang="16200000" scaled="0"/>
          <a:tileRect l="0" t="0" r="0" b="0"/>
        </a:gradFill>
        <a:gradFill>
          <a:gsLst>
            <a:gs pos="0">
              <a:schemeClr val="phClr">
                <a:shade val="15000"/>
              </a:schemeClr>
            </a:gs>
            <a:gs pos="50000">
              <a:schemeClr val="phClr">
                <a:shade val="45000"/>
              </a:schemeClr>
            </a:gs>
            <a:gs pos="70000">
              <a:schemeClr val="phClr">
                <a:tint val="99000"/>
                <a:shade val="65000"/>
              </a:schemeClr>
            </a:gs>
            <a:gs pos="100000">
              <a:schemeClr val="phClr">
                <a:tint val="95500"/>
                <a:shade val="100000"/>
              </a:schemeClr>
            </a:gs>
          </a:gsLst>
          <a:lin ang="16200000" scaled="0"/>
          <a:tileRect l="0" t="0" r="0" b="0"/>
        </a:gradFill>
      </a:fillStyleLst>
      <a:lnStyleLst>
        <a:ln w="9525" cap="flat" cmpd="sng" algn="ctr">
          <a:prstDash val="solid"/>
        </a:ln>
        <a:ln w="55000" cap="flat" cmpd="thickThin" algn="ctr">
          <a:prstDash val="solid"/>
        </a:ln>
        <a:ln w="63500" cap="flat" cmpd="thickThin"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55000"/>
              </a:schemeClr>
            </a:gs>
            <a:gs pos="40000">
              <a:schemeClr val="phClr">
                <a:tint val="65000"/>
              </a:schemeClr>
            </a:gs>
            <a:gs pos="100000">
              <a:schemeClr val="phClr">
                <a:shade val="65000"/>
              </a:schemeClr>
            </a:gs>
          </a:gsLst>
          <a:path path="circle">
            <a:fillToRect l="65000" t="0" r="0" b="98000"/>
          </a:path>
          <a:tileRect l="0" t="0" r="0" b="0"/>
        </a:gradFill>
        <a:blipFill rotWithShape="0">
          <a:blip r:embed="rId1"/>
          <a:srcRect l="0" t="0" r="0" b="0"/>
          <a:tile tx="0" ty="0" sx="50000" sy="50000" flip="none" algn="tl"/>
        </a:blipFill>
      </a:bgFillStyleLst>
    </a:fmtScheme>
  </a:themeElements>
</a:theme>
</file>

<file path=ppt/theme/theme2.xml><?xml version="1.0" encoding="utf-8"?>
<a:theme xmlns:a="http://schemas.openxmlformats.org/drawingml/2006/main" xmlns:r="http://schemas.openxmlformats.org/officeDocument/2006/relationships" name="Concourse">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pitchFamily="0" charset="1"/>
        <a:ea typeface=""/>
        <a:cs typeface=""/>
      </a:majorFont>
      <a:minorFont>
        <a:latin typeface="Lucida Sans Unicode" pitchFamily="0" charset="1"/>
        <a:ea typeface=""/>
        <a:cs typeface=""/>
      </a:minorFont>
    </a:fontScheme>
    <a:fmtScheme>
      <a:fillStyleLst>
        <a:solidFill>
          <a:schemeClr val="phClr"/>
        </a:solidFill>
        <a:gradFill>
          <a:gsLst>
            <a:gs pos="0">
              <a:schemeClr val="phClr">
                <a:tint val="62000"/>
              </a:schemeClr>
            </a:gs>
            <a:gs pos="65000">
              <a:schemeClr val="phClr">
                <a:tint val="32000"/>
              </a:schemeClr>
            </a:gs>
            <a:gs pos="100000">
              <a:schemeClr val="phClr">
                <a:tint val="23000"/>
              </a:schemeClr>
            </a:gs>
          </a:gsLst>
          <a:lin ang="16200000" scaled="0"/>
          <a:tileRect l="0" t="0" r="0" b="0"/>
        </a:gradFill>
        <a:gradFill>
          <a:gsLst>
            <a:gs pos="0">
              <a:schemeClr val="phClr">
                <a:shade val="15000"/>
              </a:schemeClr>
            </a:gs>
            <a:gs pos="50000">
              <a:schemeClr val="phClr">
                <a:shade val="45000"/>
              </a:schemeClr>
            </a:gs>
            <a:gs pos="70000">
              <a:schemeClr val="phClr">
                <a:tint val="99000"/>
                <a:shade val="65000"/>
              </a:schemeClr>
            </a:gs>
            <a:gs pos="100000">
              <a:schemeClr val="phClr">
                <a:tint val="95500"/>
                <a:shade val="100000"/>
              </a:schemeClr>
            </a:gs>
          </a:gsLst>
          <a:lin ang="16200000" scaled="0"/>
          <a:tileRect l="0" t="0" r="0" b="0"/>
        </a:gradFill>
      </a:fillStyleLst>
      <a:lnStyleLst>
        <a:ln w="9525" cap="flat" cmpd="sng" algn="ctr">
          <a:prstDash val="solid"/>
        </a:ln>
        <a:ln w="55000" cap="flat" cmpd="thickThin" algn="ctr">
          <a:prstDash val="solid"/>
        </a:ln>
        <a:ln w="63500" cap="flat" cmpd="thickThin"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55000"/>
              </a:schemeClr>
            </a:gs>
            <a:gs pos="40000">
              <a:schemeClr val="phClr">
                <a:tint val="65000"/>
              </a:schemeClr>
            </a:gs>
            <a:gs pos="100000">
              <a:schemeClr val="phClr">
                <a:shade val="65000"/>
              </a:schemeClr>
            </a:gs>
          </a:gsLst>
          <a:path path="circle">
            <a:fillToRect l="65000" t="0" r="0" b="98000"/>
          </a:path>
          <a:tileRect l="0" t="0" r="0" b="0"/>
        </a:gradFill>
        <a:blipFill rotWithShape="0">
          <a:blip r:embed="rId1"/>
          <a:srcRect l="0" t="0" r="0" b="0"/>
          <a:tile tx="0" ty="0" sx="50000" sy="50000" flip="none" algn="tl"/>
        </a:blip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Concourse</Template>
  <TotalTime>542</TotalTime>
  <Application>LibreOffice/26.2.3.2$Linux_X86_64 LibreOffice_project/620$Build-2</Application>
  <AppVersion>15.0000</AppVersion>
  <Words>797</Words>
  <Paragraphs>105</Paragraphs>
  <Company>Hewlett-Packard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2019-03-17T18:12:54Z</dcterms:created>
  <dc:creator>Asifa</dc:creator>
  <dc:description/>
  <dc:language>en-US</dc:language>
  <cp:lastModifiedBy/>
  <dcterms:modified xsi:type="dcterms:W3CDTF">2026-05-31T21:50:49Z</dcterms:modified>
  <cp:revision>32</cp:revision>
  <dc:subject/>
  <dc:title>GENE EXPRESSION &amp; REGULATION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(4:3)</vt:lpwstr>
  </property>
  <property fmtid="{D5CDD505-2E9C-101B-9397-08002B2CF9AE}" pid="4" name="Slides">
    <vt:i4>19</vt:i4>
  </property>
</Properties>
</file>